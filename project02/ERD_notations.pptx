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307" r:id="rId5"/>
    <p:sldId id="320" r:id="rId6"/>
    <p:sldId id="325" r:id="rId7"/>
    <p:sldId id="322" r:id="rId8"/>
    <p:sldId id="321" r:id="rId9"/>
    <p:sldId id="308" r:id="rId10"/>
    <p:sldId id="309" r:id="rId11"/>
    <p:sldId id="31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EA1110-3DC4-4052-83AE-01B8D162C3C7}" v="8" dt="2026-02-06T01:06:17.7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97"/>
    <p:restoredTop sz="94694"/>
  </p:normalViewPr>
  <p:slideViewPr>
    <p:cSldViewPr snapToGrid="0">
      <p:cViewPr varScale="1">
        <p:scale>
          <a:sx n="107" d="100"/>
          <a:sy n="107" d="100"/>
        </p:scale>
        <p:origin x="60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 Yoga Sidi Prabawa" userId="f1e3baeb-2c62-435e-b3e0-3c15bc5852ab" providerId="ADAL" clId="{FD38B8B9-3957-483E-AB6B-CED85A89081F}"/>
    <pc:docChg chg="undo custSel modSld">
      <pc:chgData name="Adi Yoga Sidi Prabawa" userId="f1e3baeb-2c62-435e-b3e0-3c15bc5852ab" providerId="ADAL" clId="{FD38B8B9-3957-483E-AB6B-CED85A89081F}" dt="2026-02-06T01:06:34.876" v="33" actId="1076"/>
      <pc:docMkLst>
        <pc:docMk/>
      </pc:docMkLst>
      <pc:sldChg chg="addSp modSp mod">
        <pc:chgData name="Adi Yoga Sidi Prabawa" userId="f1e3baeb-2c62-435e-b3e0-3c15bc5852ab" providerId="ADAL" clId="{FD38B8B9-3957-483E-AB6B-CED85A89081F}" dt="2026-02-06T01:06:34.876" v="33" actId="1076"/>
        <pc:sldMkLst>
          <pc:docMk/>
          <pc:sldMk cId="2601640204" sldId="308"/>
        </pc:sldMkLst>
        <pc:spChg chg="add mod">
          <ac:chgData name="Adi Yoga Sidi Prabawa" userId="f1e3baeb-2c62-435e-b3e0-3c15bc5852ab" providerId="ADAL" clId="{FD38B8B9-3957-483E-AB6B-CED85A89081F}" dt="2026-02-06T01:06:34.876" v="33" actId="1076"/>
          <ac:spMkLst>
            <pc:docMk/>
            <pc:sldMk cId="2601640204" sldId="308"/>
            <ac:spMk id="4" creationId="{86201808-1F07-4A8C-9140-99DAD11270FB}"/>
          </ac:spMkLst>
        </pc:spChg>
        <pc:spChg chg="add mod">
          <ac:chgData name="Adi Yoga Sidi Prabawa" userId="f1e3baeb-2c62-435e-b3e0-3c15bc5852ab" providerId="ADAL" clId="{FD38B8B9-3957-483E-AB6B-CED85A89081F}" dt="2026-02-06T01:06:34.876" v="33" actId="1076"/>
          <ac:spMkLst>
            <pc:docMk/>
            <pc:sldMk cId="2601640204" sldId="308"/>
            <ac:spMk id="6" creationId="{7EDEE933-8B34-B2B5-3065-A413E35ED999}"/>
          </ac:spMkLst>
        </pc:spChg>
        <pc:spChg chg="mod">
          <ac:chgData name="Adi Yoga Sidi Prabawa" userId="f1e3baeb-2c62-435e-b3e0-3c15bc5852ab" providerId="ADAL" clId="{FD38B8B9-3957-483E-AB6B-CED85A89081F}" dt="2026-02-06T01:06:15.285" v="29" actId="1076"/>
          <ac:spMkLst>
            <pc:docMk/>
            <pc:sldMk cId="2601640204" sldId="308"/>
            <ac:spMk id="19" creationId="{14B97988-0F19-A3DE-7175-3A250DA4A8FF}"/>
          </ac:spMkLst>
        </pc:spChg>
        <pc:spChg chg="mod">
          <ac:chgData name="Adi Yoga Sidi Prabawa" userId="f1e3baeb-2c62-435e-b3e0-3c15bc5852ab" providerId="ADAL" clId="{FD38B8B9-3957-483E-AB6B-CED85A89081F}" dt="2026-02-06T01:06:15.285" v="29" actId="1076"/>
          <ac:spMkLst>
            <pc:docMk/>
            <pc:sldMk cId="2601640204" sldId="308"/>
            <ac:spMk id="28" creationId="{8EEFAA2C-6960-89A6-46D6-0EBDCBB7C176}"/>
          </ac:spMkLst>
        </pc:spChg>
        <pc:cxnChg chg="add mod">
          <ac:chgData name="Adi Yoga Sidi Prabawa" userId="f1e3baeb-2c62-435e-b3e0-3c15bc5852ab" providerId="ADAL" clId="{FD38B8B9-3957-483E-AB6B-CED85A89081F}" dt="2026-02-06T01:06:34.876" v="33" actId="1076"/>
          <ac:cxnSpMkLst>
            <pc:docMk/>
            <pc:sldMk cId="2601640204" sldId="308"/>
            <ac:cxnSpMk id="5" creationId="{856AC72F-C19A-2F72-8D02-05D21031F969}"/>
          </ac:cxnSpMkLst>
        </pc:cxnChg>
        <pc:cxnChg chg="mod">
          <ac:chgData name="Adi Yoga Sidi Prabawa" userId="f1e3baeb-2c62-435e-b3e0-3c15bc5852ab" providerId="ADAL" clId="{FD38B8B9-3957-483E-AB6B-CED85A89081F}" dt="2026-02-06T01:06:15.285" v="29" actId="1076"/>
          <ac:cxnSpMkLst>
            <pc:docMk/>
            <pc:sldMk cId="2601640204" sldId="308"/>
            <ac:cxnSpMk id="23" creationId="{9A749D60-2CCC-A25E-9D14-C21E4DFEFD8F}"/>
          </ac:cxnSpMkLst>
        </pc:cxnChg>
      </pc:sldChg>
      <pc:sldChg chg="modSp mod">
        <pc:chgData name="Adi Yoga Sidi Prabawa" userId="f1e3baeb-2c62-435e-b3e0-3c15bc5852ab" providerId="ADAL" clId="{FD38B8B9-3957-483E-AB6B-CED85A89081F}" dt="2026-02-06T01:05:19.320" v="15" actId="20577"/>
        <pc:sldMkLst>
          <pc:docMk/>
          <pc:sldMk cId="1723023297" sldId="309"/>
        </pc:sldMkLst>
        <pc:spChg chg="mod">
          <ac:chgData name="Adi Yoga Sidi Prabawa" userId="f1e3baeb-2c62-435e-b3e0-3c15bc5852ab" providerId="ADAL" clId="{FD38B8B9-3957-483E-AB6B-CED85A89081F}" dt="2026-02-06T01:05:19.320" v="15" actId="20577"/>
          <ac:spMkLst>
            <pc:docMk/>
            <pc:sldMk cId="1723023297" sldId="309"/>
            <ac:spMk id="9" creationId="{6C020140-A6EF-BB0D-F700-14FEFE04C227}"/>
          </ac:spMkLst>
        </pc:spChg>
        <pc:spChg chg="mod">
          <ac:chgData name="Adi Yoga Sidi Prabawa" userId="f1e3baeb-2c62-435e-b3e0-3c15bc5852ab" providerId="ADAL" clId="{FD38B8B9-3957-483E-AB6B-CED85A89081F}" dt="2026-02-06T01:05:18.890" v="14"/>
          <ac:spMkLst>
            <pc:docMk/>
            <pc:sldMk cId="1723023297" sldId="309"/>
            <ac:spMk id="11" creationId="{7E49E4B1-A9FA-0C91-D942-B7A7BCF32D6E}"/>
          </ac:spMkLst>
        </pc:spChg>
        <pc:spChg chg="mod">
          <ac:chgData name="Adi Yoga Sidi Prabawa" userId="f1e3baeb-2c62-435e-b3e0-3c15bc5852ab" providerId="ADAL" clId="{FD38B8B9-3957-483E-AB6B-CED85A89081F}" dt="2026-02-06T01:05:18.890" v="14"/>
          <ac:spMkLst>
            <pc:docMk/>
            <pc:sldMk cId="1723023297" sldId="309"/>
            <ac:spMk id="12" creationId="{AEF64875-1DD5-A903-0124-03A5770BF691}"/>
          </ac:spMkLst>
        </pc:spChg>
        <pc:grpChg chg="mod">
          <ac:chgData name="Adi Yoga Sidi Prabawa" userId="f1e3baeb-2c62-435e-b3e0-3c15bc5852ab" providerId="ADAL" clId="{FD38B8B9-3957-483E-AB6B-CED85A89081F}" dt="2026-02-06T01:05:18.890" v="14"/>
          <ac:grpSpMkLst>
            <pc:docMk/>
            <pc:sldMk cId="1723023297" sldId="309"/>
            <ac:grpSpMk id="10" creationId="{2F303D39-0E77-3ABA-5B4D-C39AFC83DCE0}"/>
          </ac:grpSpMkLst>
        </pc:grpChg>
      </pc:sldChg>
      <pc:sldChg chg="addSp delSp modSp mod">
        <pc:chgData name="Adi Yoga Sidi Prabawa" userId="f1e3baeb-2c62-435e-b3e0-3c15bc5852ab" providerId="ADAL" clId="{FD38B8B9-3957-483E-AB6B-CED85A89081F}" dt="2026-02-06T01:05:57.559" v="28" actId="207"/>
        <pc:sldMkLst>
          <pc:docMk/>
          <pc:sldMk cId="3103199961" sldId="311"/>
        </pc:sldMkLst>
        <pc:spChg chg="mod">
          <ac:chgData name="Adi Yoga Sidi Prabawa" userId="f1e3baeb-2c62-435e-b3e0-3c15bc5852ab" providerId="ADAL" clId="{FD38B8B9-3957-483E-AB6B-CED85A89081F}" dt="2026-02-06T01:05:25.346" v="21" actId="20577"/>
          <ac:spMkLst>
            <pc:docMk/>
            <pc:sldMk cId="3103199961" sldId="311"/>
            <ac:spMk id="9" creationId="{5D583DCA-B1C0-C1AB-89F4-4607F6E4C60D}"/>
          </ac:spMkLst>
        </pc:spChg>
        <pc:spChg chg="add mod">
          <ac:chgData name="Adi Yoga Sidi Prabawa" userId="f1e3baeb-2c62-435e-b3e0-3c15bc5852ab" providerId="ADAL" clId="{FD38B8B9-3957-483E-AB6B-CED85A89081F}" dt="2026-02-06T01:05:39.891" v="23" actId="571"/>
          <ac:spMkLst>
            <pc:docMk/>
            <pc:sldMk cId="3103199961" sldId="311"/>
            <ac:spMk id="25" creationId="{02483F26-01BE-BA77-CC7A-7DD512BD02EE}"/>
          </ac:spMkLst>
        </pc:spChg>
        <pc:spChg chg="add mod">
          <ac:chgData name="Adi Yoga Sidi Prabawa" userId="f1e3baeb-2c62-435e-b3e0-3c15bc5852ab" providerId="ADAL" clId="{FD38B8B9-3957-483E-AB6B-CED85A89081F}" dt="2026-02-06T01:05:39.891" v="23" actId="571"/>
          <ac:spMkLst>
            <pc:docMk/>
            <pc:sldMk cId="3103199961" sldId="311"/>
            <ac:spMk id="27" creationId="{407941DF-2CF5-8F0A-7492-2452D7DF5124}"/>
          </ac:spMkLst>
        </pc:spChg>
        <pc:spChg chg="add mod">
          <ac:chgData name="Adi Yoga Sidi Prabawa" userId="f1e3baeb-2c62-435e-b3e0-3c15bc5852ab" providerId="ADAL" clId="{FD38B8B9-3957-483E-AB6B-CED85A89081F}" dt="2026-02-06T01:05:39.891" v="23" actId="571"/>
          <ac:spMkLst>
            <pc:docMk/>
            <pc:sldMk cId="3103199961" sldId="311"/>
            <ac:spMk id="41" creationId="{A2053B65-F6CF-032B-3908-9BAA9AF35DFE}"/>
          </ac:spMkLst>
        </pc:spChg>
        <pc:spChg chg="add del mod">
          <ac:chgData name="Adi Yoga Sidi Prabawa" userId="f1e3baeb-2c62-435e-b3e0-3c15bc5852ab" providerId="ADAL" clId="{FD38B8B9-3957-483E-AB6B-CED85A89081F}" dt="2026-02-06T01:05:49.544" v="27" actId="478"/>
          <ac:spMkLst>
            <pc:docMk/>
            <pc:sldMk cId="3103199961" sldId="311"/>
            <ac:spMk id="47" creationId="{0E726C2E-62E3-5528-793B-9C4A4A173216}"/>
          </ac:spMkLst>
        </pc:spChg>
        <pc:spChg chg="add mod">
          <ac:chgData name="Adi Yoga Sidi Prabawa" userId="f1e3baeb-2c62-435e-b3e0-3c15bc5852ab" providerId="ADAL" clId="{FD38B8B9-3957-483E-AB6B-CED85A89081F}" dt="2026-02-06T01:05:44.003" v="24" actId="571"/>
          <ac:spMkLst>
            <pc:docMk/>
            <pc:sldMk cId="3103199961" sldId="311"/>
            <ac:spMk id="51" creationId="{2817A541-CC72-E8BA-048C-20B0B7388B9D}"/>
          </ac:spMkLst>
        </pc:spChg>
        <pc:spChg chg="add mod">
          <ac:chgData name="Adi Yoga Sidi Prabawa" userId="f1e3baeb-2c62-435e-b3e0-3c15bc5852ab" providerId="ADAL" clId="{FD38B8B9-3957-483E-AB6B-CED85A89081F}" dt="2026-02-06T01:05:57.559" v="28" actId="207"/>
          <ac:spMkLst>
            <pc:docMk/>
            <pc:sldMk cId="3103199961" sldId="311"/>
            <ac:spMk id="52" creationId="{7039F039-6F51-76F1-A39F-3CADB4F2C509}"/>
          </ac:spMkLst>
        </pc:spChg>
        <pc:cxnChg chg="add del mod">
          <ac:chgData name="Adi Yoga Sidi Prabawa" userId="f1e3baeb-2c62-435e-b3e0-3c15bc5852ab" providerId="ADAL" clId="{FD38B8B9-3957-483E-AB6B-CED85A89081F}" dt="2026-02-06T01:05:47.156" v="26" actId="478"/>
          <ac:cxnSpMkLst>
            <pc:docMk/>
            <pc:sldMk cId="3103199961" sldId="311"/>
            <ac:cxnSpMk id="50" creationId="{287EF75B-7F06-CB6C-85DC-9AC3B2415CC1}"/>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p:cNvSpPr>
            <a:spLocks noGrp="1"/>
          </p:cNvSpPr>
          <p:nvPr>
            <p:ph type="dt" sz="half" idx="10"/>
          </p:nvPr>
        </p:nvSpPr>
        <p:spPr/>
        <p:txBody>
          <a:bodyPr/>
          <a:lstStyle/>
          <a:p>
            <a:fld id="{60794654-39FD-46F4-8428-317C1866FE39}" type="datetimeFigureOut">
              <a:rPr lang="en-SG" smtClean="0"/>
              <a:t>10/2/2026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9F65C53-6ED3-49D8-842C-738F30F7ABD6}" type="slidenum">
              <a:rPr lang="en-SG" smtClean="0"/>
              <a:t>‹#›</a:t>
            </a:fld>
            <a:endParaRPr lang="en-SG"/>
          </a:p>
        </p:txBody>
      </p:sp>
    </p:spTree>
    <p:extLst>
      <p:ext uri="{BB962C8B-B14F-4D97-AF65-F5344CB8AC3E}">
        <p14:creationId xmlns:p14="http://schemas.microsoft.com/office/powerpoint/2010/main" val="13734987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60794654-39FD-46F4-8428-317C1866FE39}" type="datetimeFigureOut">
              <a:rPr lang="en-SG" smtClean="0"/>
              <a:t>10/2/2026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9F65C53-6ED3-49D8-842C-738F30F7ABD6}" type="slidenum">
              <a:rPr lang="en-SG" smtClean="0"/>
              <a:t>‹#›</a:t>
            </a:fld>
            <a:endParaRPr lang="en-SG"/>
          </a:p>
        </p:txBody>
      </p:sp>
    </p:spTree>
    <p:extLst>
      <p:ext uri="{BB962C8B-B14F-4D97-AF65-F5344CB8AC3E}">
        <p14:creationId xmlns:p14="http://schemas.microsoft.com/office/powerpoint/2010/main" val="3739754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0794654-39FD-46F4-8428-317C1866FE39}" type="datetimeFigureOut">
              <a:rPr lang="en-SG" smtClean="0"/>
              <a:t>10/2/2026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9F65C53-6ED3-49D8-842C-738F30F7ABD6}" type="slidenum">
              <a:rPr lang="en-SG" smtClean="0"/>
              <a:t>‹#›</a:t>
            </a:fld>
            <a:endParaRPr lang="en-SG"/>
          </a:p>
        </p:txBody>
      </p:sp>
    </p:spTree>
    <p:extLst>
      <p:ext uri="{BB962C8B-B14F-4D97-AF65-F5344CB8AC3E}">
        <p14:creationId xmlns:p14="http://schemas.microsoft.com/office/powerpoint/2010/main" val="1543785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p:cNvSpPr>
            <a:spLocks noGrp="1"/>
          </p:cNvSpPr>
          <p:nvPr>
            <p:ph type="dt" sz="half" idx="10"/>
          </p:nvPr>
        </p:nvSpPr>
        <p:spPr/>
        <p:txBody>
          <a:bodyPr/>
          <a:lstStyle/>
          <a:p>
            <a:fld id="{60794654-39FD-46F4-8428-317C1866FE39}" type="datetimeFigureOut">
              <a:rPr lang="en-SG" smtClean="0"/>
              <a:t>10/2/2026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9F65C53-6ED3-49D8-842C-738F30F7ABD6}" type="slidenum">
              <a:rPr lang="en-SG" smtClean="0"/>
              <a:t>‹#›</a:t>
            </a:fld>
            <a:endParaRPr lang="en-SG"/>
          </a:p>
        </p:txBody>
      </p:sp>
    </p:spTree>
    <p:extLst>
      <p:ext uri="{BB962C8B-B14F-4D97-AF65-F5344CB8AC3E}">
        <p14:creationId xmlns:p14="http://schemas.microsoft.com/office/powerpoint/2010/main" val="3796893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p:cNvSpPr>
            <a:spLocks noGrp="1"/>
          </p:cNvSpPr>
          <p:nvPr>
            <p:ph type="dt" sz="half" idx="10"/>
          </p:nvPr>
        </p:nvSpPr>
        <p:spPr/>
        <p:txBody>
          <a:bodyPr/>
          <a:lstStyle/>
          <a:p>
            <a:fld id="{60794654-39FD-46F4-8428-317C1866FE39}" type="datetimeFigureOut">
              <a:rPr lang="en-SG" smtClean="0"/>
              <a:t>10/2/2026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C9F65C53-6ED3-49D8-842C-738F30F7ABD6}" type="slidenum">
              <a:rPr lang="en-SG" smtClean="0"/>
              <a:t>‹#›</a:t>
            </a:fld>
            <a:endParaRPr lang="en-SG"/>
          </a:p>
        </p:txBody>
      </p:sp>
    </p:spTree>
    <p:extLst>
      <p:ext uri="{BB962C8B-B14F-4D97-AF65-F5344CB8AC3E}">
        <p14:creationId xmlns:p14="http://schemas.microsoft.com/office/powerpoint/2010/main" val="8745266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Date Placeholder 2"/>
          <p:cNvSpPr>
            <a:spLocks noGrp="1"/>
          </p:cNvSpPr>
          <p:nvPr>
            <p:ph type="dt" sz="half" idx="10"/>
          </p:nvPr>
        </p:nvSpPr>
        <p:spPr/>
        <p:txBody>
          <a:bodyPr/>
          <a:lstStyle/>
          <a:p>
            <a:fld id="{60794654-39FD-46F4-8428-317C1866FE39}" type="datetimeFigureOut">
              <a:rPr lang="en-SG" smtClean="0"/>
              <a:t>10/2/2026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C9F65C53-6ED3-49D8-842C-738F30F7ABD6}" type="slidenum">
              <a:rPr lang="en-SG" smtClean="0"/>
              <a:t>‹#›</a:t>
            </a:fld>
            <a:endParaRPr lang="en-SG"/>
          </a:p>
        </p:txBody>
      </p:sp>
    </p:spTree>
    <p:extLst>
      <p:ext uri="{BB962C8B-B14F-4D97-AF65-F5344CB8AC3E}">
        <p14:creationId xmlns:p14="http://schemas.microsoft.com/office/powerpoint/2010/main" val="4023544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794654-39FD-46F4-8428-317C1866FE39}" type="datetimeFigureOut">
              <a:rPr lang="en-SG" smtClean="0"/>
              <a:t>10/2/2026</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C9F65C53-6ED3-49D8-842C-738F30F7ABD6}" type="slidenum">
              <a:rPr lang="en-SG" smtClean="0"/>
              <a:t>‹#›</a:t>
            </a:fld>
            <a:endParaRPr lang="en-SG"/>
          </a:p>
        </p:txBody>
      </p:sp>
    </p:spTree>
    <p:extLst>
      <p:ext uri="{BB962C8B-B14F-4D97-AF65-F5344CB8AC3E}">
        <p14:creationId xmlns:p14="http://schemas.microsoft.com/office/powerpoint/2010/main" val="4267936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0794654-39FD-46F4-8428-317C1866FE39}" type="datetimeFigureOut">
              <a:rPr lang="en-SG" smtClean="0"/>
              <a:t>10/2/2026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9F65C53-6ED3-49D8-842C-738F30F7ABD6}" type="slidenum">
              <a:rPr lang="en-SG" smtClean="0"/>
              <a:t>‹#›</a:t>
            </a:fld>
            <a:endParaRPr lang="en-SG"/>
          </a:p>
        </p:txBody>
      </p:sp>
    </p:spTree>
    <p:extLst>
      <p:ext uri="{BB962C8B-B14F-4D97-AF65-F5344CB8AC3E}">
        <p14:creationId xmlns:p14="http://schemas.microsoft.com/office/powerpoint/2010/main" val="40144452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0794654-39FD-46F4-8428-317C1866FE39}" type="datetimeFigureOut">
              <a:rPr lang="en-SG" smtClean="0"/>
              <a:t>10/2/2026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9F65C53-6ED3-49D8-842C-738F30F7ABD6}" type="slidenum">
              <a:rPr lang="en-SG" smtClean="0"/>
              <a:t>‹#›</a:t>
            </a:fld>
            <a:endParaRPr lang="en-SG"/>
          </a:p>
        </p:txBody>
      </p:sp>
    </p:spTree>
    <p:extLst>
      <p:ext uri="{BB962C8B-B14F-4D97-AF65-F5344CB8AC3E}">
        <p14:creationId xmlns:p14="http://schemas.microsoft.com/office/powerpoint/2010/main" val="2582239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60794654-39FD-46F4-8428-317C1866FE39}" type="datetimeFigureOut">
              <a:rPr lang="en-SG" smtClean="0"/>
              <a:t>10/2/2026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9F65C53-6ED3-49D8-842C-738F30F7ABD6}" type="slidenum">
              <a:rPr lang="en-SG" smtClean="0"/>
              <a:t>‹#›</a:t>
            </a:fld>
            <a:endParaRPr lang="en-SG"/>
          </a:p>
        </p:txBody>
      </p:sp>
    </p:spTree>
    <p:extLst>
      <p:ext uri="{BB962C8B-B14F-4D97-AF65-F5344CB8AC3E}">
        <p14:creationId xmlns:p14="http://schemas.microsoft.com/office/powerpoint/2010/main" val="2863175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60794654-39FD-46F4-8428-317C1866FE39}" type="datetimeFigureOut">
              <a:rPr lang="en-SG" smtClean="0"/>
              <a:t>10/2/2026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9F65C53-6ED3-49D8-842C-738F30F7ABD6}" type="slidenum">
              <a:rPr lang="en-SG" smtClean="0"/>
              <a:t>‹#›</a:t>
            </a:fld>
            <a:endParaRPr lang="en-SG"/>
          </a:p>
        </p:txBody>
      </p:sp>
    </p:spTree>
    <p:extLst>
      <p:ext uri="{BB962C8B-B14F-4D97-AF65-F5344CB8AC3E}">
        <p14:creationId xmlns:p14="http://schemas.microsoft.com/office/powerpoint/2010/main" val="1568702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794654-39FD-46F4-8428-317C1866FE39}" type="datetimeFigureOut">
              <a:rPr lang="en-SG" smtClean="0"/>
              <a:t>10/2/2026</a:t>
            </a:fld>
            <a:endParaRPr lang="en-SG"/>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F65C53-6ED3-49D8-842C-738F30F7ABD6}" type="slidenum">
              <a:rPr lang="en-SG" smtClean="0"/>
              <a:t>‹#›</a:t>
            </a:fld>
            <a:endParaRPr lang="en-SG"/>
          </a:p>
        </p:txBody>
      </p:sp>
    </p:spTree>
    <p:extLst>
      <p:ext uri="{BB962C8B-B14F-4D97-AF65-F5344CB8AC3E}">
        <p14:creationId xmlns:p14="http://schemas.microsoft.com/office/powerpoint/2010/main" val="2934938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C3F18-6647-D22F-0F4C-02AE1EE7776F}"/>
              </a:ext>
            </a:extLst>
          </p:cNvPr>
          <p:cNvSpPr>
            <a:spLocks noGrp="1"/>
          </p:cNvSpPr>
          <p:nvPr>
            <p:ph type="ctrTitle"/>
          </p:nvPr>
        </p:nvSpPr>
        <p:spPr/>
        <p:txBody>
          <a:bodyPr/>
          <a:lstStyle/>
          <a:p>
            <a:r>
              <a:rPr lang="en-GB" dirty="0"/>
              <a:t>Entity-Relationship Diagram</a:t>
            </a:r>
          </a:p>
        </p:txBody>
      </p:sp>
      <p:sp>
        <p:nvSpPr>
          <p:cNvPr id="3" name="Subtitle 2">
            <a:extLst>
              <a:ext uri="{FF2B5EF4-FFF2-40B4-BE49-F238E27FC236}">
                <a16:creationId xmlns:a16="http://schemas.microsoft.com/office/drawing/2014/main" id="{A8B73910-7823-3F9E-81BE-B79C3F5D74CD}"/>
              </a:ext>
            </a:extLst>
          </p:cNvPr>
          <p:cNvSpPr>
            <a:spLocks noGrp="1"/>
          </p:cNvSpPr>
          <p:nvPr>
            <p:ph type="subTitle" idx="1"/>
          </p:nvPr>
        </p:nvSpPr>
        <p:spPr/>
        <p:txBody>
          <a:bodyPr/>
          <a:lstStyle/>
          <a:p>
            <a:r>
              <a:rPr lang="en-GB" dirty="0"/>
              <a:t>Copy-and-paste the component you need</a:t>
            </a:r>
          </a:p>
        </p:txBody>
      </p:sp>
    </p:spTree>
    <p:extLst>
      <p:ext uri="{BB962C8B-B14F-4D97-AF65-F5344CB8AC3E}">
        <p14:creationId xmlns:p14="http://schemas.microsoft.com/office/powerpoint/2010/main" val="337913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269FA-84D0-2A78-7A57-51A65E2227C6}"/>
            </a:ext>
          </a:extLst>
        </p:cNvPr>
        <p:cNvGrpSpPr/>
        <p:nvPr/>
      </p:nvGrpSpPr>
      <p:grpSpPr>
        <a:xfrm>
          <a:off x="0" y="0"/>
          <a:ext cx="0" cy="0"/>
          <a:chOff x="0" y="0"/>
          <a:chExt cx="0" cy="0"/>
        </a:xfrm>
      </p:grpSpPr>
      <p:grpSp>
        <p:nvGrpSpPr>
          <p:cNvPr id="45" name="Group 44">
            <a:extLst>
              <a:ext uri="{FF2B5EF4-FFF2-40B4-BE49-F238E27FC236}">
                <a16:creationId xmlns:a16="http://schemas.microsoft.com/office/drawing/2014/main" id="{70FE0C29-6CA4-F66C-45F2-0628CF12E946}"/>
              </a:ext>
            </a:extLst>
          </p:cNvPr>
          <p:cNvGrpSpPr/>
          <p:nvPr/>
        </p:nvGrpSpPr>
        <p:grpSpPr>
          <a:xfrm>
            <a:off x="1838558" y="5100420"/>
            <a:ext cx="3423341" cy="1051163"/>
            <a:chOff x="581019" y="335304"/>
            <a:chExt cx="3595196" cy="1103932"/>
          </a:xfrm>
        </p:grpSpPr>
        <p:grpSp>
          <p:nvGrpSpPr>
            <p:cNvPr id="4" name="Group 3">
              <a:extLst>
                <a:ext uri="{FF2B5EF4-FFF2-40B4-BE49-F238E27FC236}">
                  <a16:creationId xmlns:a16="http://schemas.microsoft.com/office/drawing/2014/main" id="{A4EE9B0E-D49E-73D2-D697-975C9A502F0E}"/>
                </a:ext>
              </a:extLst>
            </p:cNvPr>
            <p:cNvGrpSpPr/>
            <p:nvPr/>
          </p:nvGrpSpPr>
          <p:grpSpPr>
            <a:xfrm>
              <a:off x="581019" y="437662"/>
              <a:ext cx="1260000" cy="900000"/>
              <a:chOff x="3074504" y="1020417"/>
              <a:chExt cx="1260000" cy="467999"/>
            </a:xfrm>
          </p:grpSpPr>
          <p:sp>
            <p:nvSpPr>
              <p:cNvPr id="5" name="Rectangle 4">
                <a:extLst>
                  <a:ext uri="{FF2B5EF4-FFF2-40B4-BE49-F238E27FC236}">
                    <a16:creationId xmlns:a16="http://schemas.microsoft.com/office/drawing/2014/main" id="{5A3CDC47-1872-9C08-C9E7-B6A313FDE014}"/>
                  </a:ext>
                </a:extLst>
              </p:cNvPr>
              <p:cNvSpPr/>
              <p:nvPr/>
            </p:nvSpPr>
            <p:spPr>
              <a:xfrm>
                <a:off x="3074504" y="1020417"/>
                <a:ext cx="1260000" cy="467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sz="1600" dirty="0">
                  <a:latin typeface="Arial Narrow" panose="020B0606020202030204" pitchFamily="34" charset="0"/>
                </a:endParaRPr>
              </a:p>
            </p:txBody>
          </p:sp>
          <p:sp>
            <p:nvSpPr>
              <p:cNvPr id="6" name="TextBox 5">
                <a:extLst>
                  <a:ext uri="{FF2B5EF4-FFF2-40B4-BE49-F238E27FC236}">
                    <a16:creationId xmlns:a16="http://schemas.microsoft.com/office/drawing/2014/main" id="{7D4F7AF1-C367-208D-A8E7-77DE845337E9}"/>
                  </a:ext>
                </a:extLst>
              </p:cNvPr>
              <p:cNvSpPr txBox="1"/>
              <p:nvPr/>
            </p:nvSpPr>
            <p:spPr>
              <a:xfrm>
                <a:off x="3077269" y="1146585"/>
                <a:ext cx="1254526" cy="184885"/>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Countries</a:t>
                </a:r>
              </a:p>
            </p:txBody>
          </p:sp>
        </p:grpSp>
        <p:grpSp>
          <p:nvGrpSpPr>
            <p:cNvPr id="22" name="Group 21">
              <a:extLst>
                <a:ext uri="{FF2B5EF4-FFF2-40B4-BE49-F238E27FC236}">
                  <a16:creationId xmlns:a16="http://schemas.microsoft.com/office/drawing/2014/main" id="{9BD930C8-0F1C-3FD7-DBA2-E8C4410BBFA2}"/>
                </a:ext>
              </a:extLst>
            </p:cNvPr>
            <p:cNvGrpSpPr/>
            <p:nvPr/>
          </p:nvGrpSpPr>
          <p:grpSpPr>
            <a:xfrm rot="16200000">
              <a:off x="2304790" y="-128467"/>
              <a:ext cx="432000" cy="1359542"/>
              <a:chOff x="8514144" y="3407114"/>
              <a:chExt cx="432000" cy="1359542"/>
            </a:xfrm>
          </p:grpSpPr>
          <p:sp>
            <p:nvSpPr>
              <p:cNvPr id="19" name="Oval 18">
                <a:extLst>
                  <a:ext uri="{FF2B5EF4-FFF2-40B4-BE49-F238E27FC236}">
                    <a16:creationId xmlns:a16="http://schemas.microsoft.com/office/drawing/2014/main" id="{D6D0F3FB-2E69-E575-6387-587100481357}"/>
                  </a:ext>
                </a:extLst>
              </p:cNvPr>
              <p:cNvSpPr/>
              <p:nvPr/>
            </p:nvSpPr>
            <p:spPr>
              <a:xfrm>
                <a:off x="8634212" y="3821113"/>
                <a:ext cx="216000" cy="21600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20" name="Straight Connector 19">
                <a:extLst>
                  <a:ext uri="{FF2B5EF4-FFF2-40B4-BE49-F238E27FC236}">
                    <a16:creationId xmlns:a16="http://schemas.microsoft.com/office/drawing/2014/main" id="{638581D0-0305-6A17-66B8-E895B23BE87A}"/>
                  </a:ext>
                </a:extLst>
              </p:cNvPr>
              <p:cNvCxnSpPr>
                <a:cxnSpLocks/>
              </p:cNvCxnSpPr>
              <p:nvPr/>
            </p:nvCxnSpPr>
            <p:spPr>
              <a:xfrm rot="5400000" flipH="1">
                <a:off x="8535213" y="3614114"/>
                <a:ext cx="41399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5D0A459A-E7A6-3DDF-B9EF-2B4FE5736B4A}"/>
                  </a:ext>
                </a:extLst>
              </p:cNvPr>
              <p:cNvSpPr/>
              <p:nvPr/>
            </p:nvSpPr>
            <p:spPr>
              <a:xfrm rot="5400000">
                <a:off x="8365373" y="4185885"/>
                <a:ext cx="729542"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IOC</a:t>
                </a:r>
              </a:p>
            </p:txBody>
          </p:sp>
        </p:grpSp>
        <p:grpSp>
          <p:nvGrpSpPr>
            <p:cNvPr id="37" name="Group 36">
              <a:extLst>
                <a:ext uri="{FF2B5EF4-FFF2-40B4-BE49-F238E27FC236}">
                  <a16:creationId xmlns:a16="http://schemas.microsoft.com/office/drawing/2014/main" id="{B975998C-05CC-0F8F-2B9E-F82F2784F27F}"/>
                </a:ext>
              </a:extLst>
            </p:cNvPr>
            <p:cNvGrpSpPr/>
            <p:nvPr/>
          </p:nvGrpSpPr>
          <p:grpSpPr>
            <a:xfrm rot="16200000">
              <a:off x="2461659" y="386596"/>
              <a:ext cx="432000" cy="1673280"/>
              <a:chOff x="8514144" y="3407114"/>
              <a:chExt cx="432000" cy="1673280"/>
            </a:xfrm>
          </p:grpSpPr>
          <p:sp>
            <p:nvSpPr>
              <p:cNvPr id="38" name="Oval 37">
                <a:extLst>
                  <a:ext uri="{FF2B5EF4-FFF2-40B4-BE49-F238E27FC236}">
                    <a16:creationId xmlns:a16="http://schemas.microsoft.com/office/drawing/2014/main" id="{41E03D34-E4A3-04BE-9E18-29D1B9BE4751}"/>
                  </a:ext>
                </a:extLst>
              </p:cNvPr>
              <p:cNvSpPr/>
              <p:nvPr/>
            </p:nvSpPr>
            <p:spPr>
              <a:xfrm>
                <a:off x="8634212" y="3821113"/>
                <a:ext cx="216000" cy="216000"/>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39" name="Straight Connector 38">
                <a:extLst>
                  <a:ext uri="{FF2B5EF4-FFF2-40B4-BE49-F238E27FC236}">
                    <a16:creationId xmlns:a16="http://schemas.microsoft.com/office/drawing/2014/main" id="{E2CE2A26-71DC-CE48-87D2-5017A2C9DE21}"/>
                  </a:ext>
                </a:extLst>
              </p:cNvPr>
              <p:cNvCxnSpPr>
                <a:cxnSpLocks/>
              </p:cNvCxnSpPr>
              <p:nvPr/>
            </p:nvCxnSpPr>
            <p:spPr>
              <a:xfrm rot="5400000" flipH="1">
                <a:off x="8535213" y="3614114"/>
                <a:ext cx="41399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4E9F9C5B-E1FE-4594-301E-A9383B2D74AD}"/>
                  </a:ext>
                </a:extLst>
              </p:cNvPr>
              <p:cNvSpPr/>
              <p:nvPr/>
            </p:nvSpPr>
            <p:spPr>
              <a:xfrm rot="5400000">
                <a:off x="8208504" y="4342754"/>
                <a:ext cx="104328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Region</a:t>
                </a:r>
              </a:p>
            </p:txBody>
          </p:sp>
        </p:grpSp>
        <p:grpSp>
          <p:nvGrpSpPr>
            <p:cNvPr id="41" name="Group 40">
              <a:extLst>
                <a:ext uri="{FF2B5EF4-FFF2-40B4-BE49-F238E27FC236}">
                  <a16:creationId xmlns:a16="http://schemas.microsoft.com/office/drawing/2014/main" id="{6EC679BC-E2DA-2C9A-B987-6C386F24C6F5}"/>
                </a:ext>
              </a:extLst>
            </p:cNvPr>
            <p:cNvGrpSpPr/>
            <p:nvPr/>
          </p:nvGrpSpPr>
          <p:grpSpPr>
            <a:xfrm rot="16200000">
              <a:off x="2792617" y="-280431"/>
              <a:ext cx="432000" cy="2335196"/>
              <a:chOff x="8514144" y="3407114"/>
              <a:chExt cx="432000" cy="2335196"/>
            </a:xfrm>
          </p:grpSpPr>
          <p:sp>
            <p:nvSpPr>
              <p:cNvPr id="42" name="Oval 41">
                <a:extLst>
                  <a:ext uri="{FF2B5EF4-FFF2-40B4-BE49-F238E27FC236}">
                    <a16:creationId xmlns:a16="http://schemas.microsoft.com/office/drawing/2014/main" id="{8C835574-3699-0418-698E-A248E2BE3F65}"/>
                  </a:ext>
                </a:extLst>
              </p:cNvPr>
              <p:cNvSpPr/>
              <p:nvPr/>
            </p:nvSpPr>
            <p:spPr>
              <a:xfrm>
                <a:off x="8634212" y="3821113"/>
                <a:ext cx="216000" cy="21600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43" name="Straight Connector 42">
                <a:extLst>
                  <a:ext uri="{FF2B5EF4-FFF2-40B4-BE49-F238E27FC236}">
                    <a16:creationId xmlns:a16="http://schemas.microsoft.com/office/drawing/2014/main" id="{EA6C4265-851C-53B9-AEA0-3C594305B8A3}"/>
                  </a:ext>
                </a:extLst>
              </p:cNvPr>
              <p:cNvCxnSpPr>
                <a:cxnSpLocks/>
              </p:cNvCxnSpPr>
              <p:nvPr/>
            </p:nvCxnSpPr>
            <p:spPr>
              <a:xfrm rot="5400000" flipH="1">
                <a:off x="8535213" y="3614114"/>
                <a:ext cx="41399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3F94F7D5-A1C1-70E4-5478-059A303077C3}"/>
                  </a:ext>
                </a:extLst>
              </p:cNvPr>
              <p:cNvSpPr/>
              <p:nvPr/>
            </p:nvSpPr>
            <p:spPr>
              <a:xfrm rot="5400000">
                <a:off x="7877546" y="4673712"/>
                <a:ext cx="1705196"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Country Name</a:t>
                </a:r>
              </a:p>
            </p:txBody>
          </p:sp>
        </p:grpSp>
      </p:grpSp>
      <p:grpSp>
        <p:nvGrpSpPr>
          <p:cNvPr id="46" name="Group 45">
            <a:extLst>
              <a:ext uri="{FF2B5EF4-FFF2-40B4-BE49-F238E27FC236}">
                <a16:creationId xmlns:a16="http://schemas.microsoft.com/office/drawing/2014/main" id="{5186B30B-D0A1-2630-8B8E-6E2026AA79F6}"/>
              </a:ext>
            </a:extLst>
          </p:cNvPr>
          <p:cNvGrpSpPr/>
          <p:nvPr/>
        </p:nvGrpSpPr>
        <p:grpSpPr>
          <a:xfrm>
            <a:off x="1836194" y="2735853"/>
            <a:ext cx="3222440" cy="1051163"/>
            <a:chOff x="581019" y="335304"/>
            <a:chExt cx="3384209" cy="1103932"/>
          </a:xfrm>
        </p:grpSpPr>
        <p:grpSp>
          <p:nvGrpSpPr>
            <p:cNvPr id="47" name="Group 46">
              <a:extLst>
                <a:ext uri="{FF2B5EF4-FFF2-40B4-BE49-F238E27FC236}">
                  <a16:creationId xmlns:a16="http://schemas.microsoft.com/office/drawing/2014/main" id="{C1CD4E75-9418-3FDF-AD8B-1D7BD852395C}"/>
                </a:ext>
              </a:extLst>
            </p:cNvPr>
            <p:cNvGrpSpPr/>
            <p:nvPr/>
          </p:nvGrpSpPr>
          <p:grpSpPr>
            <a:xfrm>
              <a:off x="581019" y="437662"/>
              <a:ext cx="1260000" cy="900000"/>
              <a:chOff x="3074504" y="1020417"/>
              <a:chExt cx="1260000" cy="467999"/>
            </a:xfrm>
          </p:grpSpPr>
          <p:sp>
            <p:nvSpPr>
              <p:cNvPr id="60" name="Rectangle 59">
                <a:extLst>
                  <a:ext uri="{FF2B5EF4-FFF2-40B4-BE49-F238E27FC236}">
                    <a16:creationId xmlns:a16="http://schemas.microsoft.com/office/drawing/2014/main" id="{7915D34E-04F1-7D3B-BF19-AE6200447A85}"/>
                  </a:ext>
                </a:extLst>
              </p:cNvPr>
              <p:cNvSpPr/>
              <p:nvPr/>
            </p:nvSpPr>
            <p:spPr>
              <a:xfrm>
                <a:off x="3074504" y="1020417"/>
                <a:ext cx="1260000" cy="467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sz="1600" dirty="0">
                  <a:latin typeface="Arial Narrow" panose="020B0606020202030204" pitchFamily="34" charset="0"/>
                </a:endParaRPr>
              </a:p>
            </p:txBody>
          </p:sp>
          <p:sp>
            <p:nvSpPr>
              <p:cNvPr id="61" name="TextBox 60">
                <a:extLst>
                  <a:ext uri="{FF2B5EF4-FFF2-40B4-BE49-F238E27FC236}">
                    <a16:creationId xmlns:a16="http://schemas.microsoft.com/office/drawing/2014/main" id="{1E9C93AA-E3F7-C352-B13C-8B7B33D924A0}"/>
                  </a:ext>
                </a:extLst>
              </p:cNvPr>
              <p:cNvSpPr txBox="1"/>
              <p:nvPr/>
            </p:nvSpPr>
            <p:spPr>
              <a:xfrm>
                <a:off x="3312955" y="1146585"/>
                <a:ext cx="783153" cy="184885"/>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Rider</a:t>
                </a:r>
              </a:p>
            </p:txBody>
          </p:sp>
        </p:grpSp>
        <p:grpSp>
          <p:nvGrpSpPr>
            <p:cNvPr id="48" name="Group 47">
              <a:extLst>
                <a:ext uri="{FF2B5EF4-FFF2-40B4-BE49-F238E27FC236}">
                  <a16:creationId xmlns:a16="http://schemas.microsoft.com/office/drawing/2014/main" id="{0B6CFDC8-4A68-C6ED-61D7-31784E3E94D4}"/>
                </a:ext>
              </a:extLst>
            </p:cNvPr>
            <p:cNvGrpSpPr/>
            <p:nvPr/>
          </p:nvGrpSpPr>
          <p:grpSpPr>
            <a:xfrm rot="16200000">
              <a:off x="2304790" y="-128467"/>
              <a:ext cx="432000" cy="1359542"/>
              <a:chOff x="8514144" y="3407114"/>
              <a:chExt cx="432000" cy="1359542"/>
            </a:xfrm>
          </p:grpSpPr>
          <p:sp>
            <p:nvSpPr>
              <p:cNvPr id="57" name="Oval 56">
                <a:extLst>
                  <a:ext uri="{FF2B5EF4-FFF2-40B4-BE49-F238E27FC236}">
                    <a16:creationId xmlns:a16="http://schemas.microsoft.com/office/drawing/2014/main" id="{88C5D0F2-604D-02BF-D9B7-986FFDB92E5D}"/>
                  </a:ext>
                </a:extLst>
              </p:cNvPr>
              <p:cNvSpPr/>
              <p:nvPr/>
            </p:nvSpPr>
            <p:spPr>
              <a:xfrm>
                <a:off x="8634212" y="3821113"/>
                <a:ext cx="216000" cy="21600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58" name="Straight Connector 57">
                <a:extLst>
                  <a:ext uri="{FF2B5EF4-FFF2-40B4-BE49-F238E27FC236}">
                    <a16:creationId xmlns:a16="http://schemas.microsoft.com/office/drawing/2014/main" id="{82ECDB97-2BEF-E7D4-31F4-0A2F35A2547C}"/>
                  </a:ext>
                </a:extLst>
              </p:cNvPr>
              <p:cNvCxnSpPr>
                <a:cxnSpLocks/>
              </p:cNvCxnSpPr>
              <p:nvPr/>
            </p:nvCxnSpPr>
            <p:spPr>
              <a:xfrm rot="5400000" flipH="1">
                <a:off x="8535213" y="3614114"/>
                <a:ext cx="41399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A6F6BE40-F63A-1A72-43E0-CC438AAECBE7}"/>
                  </a:ext>
                </a:extLst>
              </p:cNvPr>
              <p:cNvSpPr/>
              <p:nvPr/>
            </p:nvSpPr>
            <p:spPr>
              <a:xfrm rot="5400000">
                <a:off x="8365373" y="4185885"/>
                <a:ext cx="729542"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bib</a:t>
                </a:r>
              </a:p>
            </p:txBody>
          </p:sp>
        </p:grpSp>
        <p:grpSp>
          <p:nvGrpSpPr>
            <p:cNvPr id="49" name="Group 48">
              <a:extLst>
                <a:ext uri="{FF2B5EF4-FFF2-40B4-BE49-F238E27FC236}">
                  <a16:creationId xmlns:a16="http://schemas.microsoft.com/office/drawing/2014/main" id="{8981B8D8-2451-FDD6-AB5B-E0733A1C9C50}"/>
                </a:ext>
              </a:extLst>
            </p:cNvPr>
            <p:cNvGrpSpPr/>
            <p:nvPr/>
          </p:nvGrpSpPr>
          <p:grpSpPr>
            <a:xfrm rot="16200000">
              <a:off x="2304790" y="543465"/>
              <a:ext cx="432000" cy="1359542"/>
              <a:chOff x="8514144" y="3407114"/>
              <a:chExt cx="432000" cy="1359542"/>
            </a:xfrm>
          </p:grpSpPr>
          <p:sp>
            <p:nvSpPr>
              <p:cNvPr id="54" name="Oval 53">
                <a:extLst>
                  <a:ext uri="{FF2B5EF4-FFF2-40B4-BE49-F238E27FC236}">
                    <a16:creationId xmlns:a16="http://schemas.microsoft.com/office/drawing/2014/main" id="{F979A3BC-B051-E40A-90C6-421849F0DF2C}"/>
                  </a:ext>
                </a:extLst>
              </p:cNvPr>
              <p:cNvSpPr/>
              <p:nvPr/>
            </p:nvSpPr>
            <p:spPr>
              <a:xfrm>
                <a:off x="8634212" y="3821113"/>
                <a:ext cx="216000" cy="216000"/>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55" name="Straight Connector 54">
                <a:extLst>
                  <a:ext uri="{FF2B5EF4-FFF2-40B4-BE49-F238E27FC236}">
                    <a16:creationId xmlns:a16="http://schemas.microsoft.com/office/drawing/2014/main" id="{2ACA6AF0-79E3-BF01-8150-DB4361B547FB}"/>
                  </a:ext>
                </a:extLst>
              </p:cNvPr>
              <p:cNvCxnSpPr>
                <a:cxnSpLocks/>
              </p:cNvCxnSpPr>
              <p:nvPr/>
            </p:nvCxnSpPr>
            <p:spPr>
              <a:xfrm rot="5400000" flipH="1">
                <a:off x="8535213" y="3614114"/>
                <a:ext cx="41399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DB39E26E-ACD8-2EC6-9334-A00A56D2CB90}"/>
                  </a:ext>
                </a:extLst>
              </p:cNvPr>
              <p:cNvSpPr/>
              <p:nvPr/>
            </p:nvSpPr>
            <p:spPr>
              <a:xfrm rot="5400000">
                <a:off x="8365373" y="4185885"/>
                <a:ext cx="729542"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DOB</a:t>
                </a:r>
              </a:p>
            </p:txBody>
          </p:sp>
        </p:grpSp>
        <p:grpSp>
          <p:nvGrpSpPr>
            <p:cNvPr id="50" name="Group 49">
              <a:extLst>
                <a:ext uri="{FF2B5EF4-FFF2-40B4-BE49-F238E27FC236}">
                  <a16:creationId xmlns:a16="http://schemas.microsoft.com/office/drawing/2014/main" id="{9183E642-7A36-C872-B8CB-9A930AE6665A}"/>
                </a:ext>
              </a:extLst>
            </p:cNvPr>
            <p:cNvGrpSpPr/>
            <p:nvPr/>
          </p:nvGrpSpPr>
          <p:grpSpPr>
            <a:xfrm rot="16200000">
              <a:off x="2687124" y="-174938"/>
              <a:ext cx="432000" cy="2124208"/>
              <a:chOff x="8514145" y="3407114"/>
              <a:chExt cx="432000" cy="2124208"/>
            </a:xfrm>
          </p:grpSpPr>
          <p:sp>
            <p:nvSpPr>
              <p:cNvPr id="51" name="Oval 50">
                <a:extLst>
                  <a:ext uri="{FF2B5EF4-FFF2-40B4-BE49-F238E27FC236}">
                    <a16:creationId xmlns:a16="http://schemas.microsoft.com/office/drawing/2014/main" id="{08D5DE94-C36D-85A4-DF27-1CBD3B59FE16}"/>
                  </a:ext>
                </a:extLst>
              </p:cNvPr>
              <p:cNvSpPr/>
              <p:nvPr/>
            </p:nvSpPr>
            <p:spPr>
              <a:xfrm>
                <a:off x="8634212" y="3821113"/>
                <a:ext cx="216000" cy="216000"/>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52" name="Straight Connector 51">
                <a:extLst>
                  <a:ext uri="{FF2B5EF4-FFF2-40B4-BE49-F238E27FC236}">
                    <a16:creationId xmlns:a16="http://schemas.microsoft.com/office/drawing/2014/main" id="{5910F206-A317-C35B-5E06-6671257C546C}"/>
                  </a:ext>
                </a:extLst>
              </p:cNvPr>
              <p:cNvCxnSpPr>
                <a:cxnSpLocks/>
              </p:cNvCxnSpPr>
              <p:nvPr/>
            </p:nvCxnSpPr>
            <p:spPr>
              <a:xfrm rot="5400000" flipH="1">
                <a:off x="8535213" y="3614114"/>
                <a:ext cx="41399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4A62F73B-942A-2095-A918-8B63B22036DF}"/>
                  </a:ext>
                </a:extLst>
              </p:cNvPr>
              <p:cNvSpPr/>
              <p:nvPr/>
            </p:nvSpPr>
            <p:spPr>
              <a:xfrm rot="5400000">
                <a:off x="7983041" y="4568218"/>
                <a:ext cx="1494208"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Rider Name</a:t>
                </a:r>
              </a:p>
            </p:txBody>
          </p:sp>
        </p:grpSp>
      </p:grpSp>
      <p:grpSp>
        <p:nvGrpSpPr>
          <p:cNvPr id="78" name="Group 77">
            <a:extLst>
              <a:ext uri="{FF2B5EF4-FFF2-40B4-BE49-F238E27FC236}">
                <a16:creationId xmlns:a16="http://schemas.microsoft.com/office/drawing/2014/main" id="{8795EF69-3DCD-49D1-2511-4FC78332C583}"/>
              </a:ext>
            </a:extLst>
          </p:cNvPr>
          <p:cNvGrpSpPr/>
          <p:nvPr/>
        </p:nvGrpSpPr>
        <p:grpSpPr>
          <a:xfrm>
            <a:off x="1581471" y="4070905"/>
            <a:ext cx="1713958" cy="856979"/>
            <a:chOff x="3074504" y="1020417"/>
            <a:chExt cx="1260000" cy="468000"/>
          </a:xfrm>
        </p:grpSpPr>
        <p:sp>
          <p:nvSpPr>
            <p:cNvPr id="79" name="Diamond 78">
              <a:extLst>
                <a:ext uri="{FF2B5EF4-FFF2-40B4-BE49-F238E27FC236}">
                  <a16:creationId xmlns:a16="http://schemas.microsoft.com/office/drawing/2014/main" id="{031982FE-753A-09C8-2A44-657DDA887663}"/>
                </a:ext>
              </a:extLst>
            </p:cNvPr>
            <p:cNvSpPr/>
            <p:nvPr/>
          </p:nvSpPr>
          <p:spPr>
            <a:xfrm>
              <a:off x="3074504" y="1020417"/>
              <a:ext cx="1260000" cy="468000"/>
            </a:xfrm>
            <a:prstGeom prst="diamond">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sz="1600">
                <a:latin typeface="Arial Narrow" panose="020B0606020202030204" pitchFamily="34" charset="0"/>
              </a:endParaRPr>
            </a:p>
          </p:txBody>
        </p:sp>
        <p:sp>
          <p:nvSpPr>
            <p:cNvPr id="80" name="TextBox 79">
              <a:extLst>
                <a:ext uri="{FF2B5EF4-FFF2-40B4-BE49-F238E27FC236}">
                  <a16:creationId xmlns:a16="http://schemas.microsoft.com/office/drawing/2014/main" id="{7478BE13-3E6D-DCE0-8E47-14952FC9E6DA}"/>
                </a:ext>
              </a:extLst>
            </p:cNvPr>
            <p:cNvSpPr txBox="1"/>
            <p:nvPr/>
          </p:nvSpPr>
          <p:spPr>
            <a:xfrm>
              <a:off x="3471666" y="1159225"/>
              <a:ext cx="465717" cy="184886"/>
            </a:xfrm>
            <a:prstGeom prst="rect">
              <a:avLst/>
            </a:prstGeom>
            <a:noFill/>
          </p:spPr>
          <p:txBody>
            <a:bodyPr wrap="none" rtlCol="0" anchor="ctr">
              <a:spAutoFit/>
            </a:bodyPr>
            <a:lstStyle/>
            <a:p>
              <a:pPr algn="ctr"/>
              <a:r>
                <a:rPr lang="en-US" sz="1600" dirty="0">
                  <a:latin typeface="Consolas" panose="020B0609020204030204" pitchFamily="49" charset="0"/>
                  <a:cs typeface="Consolas" panose="020B0609020204030204" pitchFamily="49" charset="0"/>
                </a:rPr>
                <a:t>From</a:t>
              </a:r>
              <a:endParaRPr lang="en-SG" sz="1600" dirty="0">
                <a:latin typeface="Consolas" panose="020B0609020204030204" pitchFamily="49" charset="0"/>
                <a:cs typeface="Consolas" panose="020B0609020204030204" pitchFamily="49" charset="0"/>
              </a:endParaRPr>
            </a:p>
          </p:txBody>
        </p:sp>
      </p:grpSp>
      <p:cxnSp>
        <p:nvCxnSpPr>
          <p:cNvPr id="82" name="Straight Connector 81">
            <a:extLst>
              <a:ext uri="{FF2B5EF4-FFF2-40B4-BE49-F238E27FC236}">
                <a16:creationId xmlns:a16="http://schemas.microsoft.com/office/drawing/2014/main" id="{85AB6A80-04D9-EDFD-72D0-28E28865A120}"/>
              </a:ext>
            </a:extLst>
          </p:cNvPr>
          <p:cNvCxnSpPr>
            <a:cxnSpLocks/>
            <a:stCxn id="79" idx="2"/>
            <a:endCxn id="5" idx="0"/>
          </p:cNvCxnSpPr>
          <p:nvPr/>
        </p:nvCxnSpPr>
        <p:spPr>
          <a:xfrm flipH="1">
            <a:off x="2438443" y="4927884"/>
            <a:ext cx="7" cy="27000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27ECFF1-F084-1FF1-9513-48A7D6D7C8C8}"/>
              </a:ext>
            </a:extLst>
          </p:cNvPr>
          <p:cNvCxnSpPr>
            <a:cxnSpLocks/>
            <a:stCxn id="79" idx="0"/>
            <a:endCxn id="60" idx="2"/>
          </p:cNvCxnSpPr>
          <p:nvPr/>
        </p:nvCxnSpPr>
        <p:spPr>
          <a:xfrm flipH="1" flipV="1">
            <a:off x="2436079" y="3690298"/>
            <a:ext cx="2370" cy="3806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4" name="Group 93">
            <a:extLst>
              <a:ext uri="{FF2B5EF4-FFF2-40B4-BE49-F238E27FC236}">
                <a16:creationId xmlns:a16="http://schemas.microsoft.com/office/drawing/2014/main" id="{86AF651A-93F6-F2D7-8A69-AEA5BEA07CF1}"/>
              </a:ext>
            </a:extLst>
          </p:cNvPr>
          <p:cNvGrpSpPr/>
          <p:nvPr/>
        </p:nvGrpSpPr>
        <p:grpSpPr>
          <a:xfrm>
            <a:off x="379076" y="236340"/>
            <a:ext cx="2999426" cy="954444"/>
            <a:chOff x="581019" y="335304"/>
            <a:chExt cx="3150000" cy="1002358"/>
          </a:xfrm>
        </p:grpSpPr>
        <p:grpSp>
          <p:nvGrpSpPr>
            <p:cNvPr id="95" name="Group 94">
              <a:extLst>
                <a:ext uri="{FF2B5EF4-FFF2-40B4-BE49-F238E27FC236}">
                  <a16:creationId xmlns:a16="http://schemas.microsoft.com/office/drawing/2014/main" id="{93EE9FEB-DA0D-F613-4B8D-DC5C38C0990B}"/>
                </a:ext>
              </a:extLst>
            </p:cNvPr>
            <p:cNvGrpSpPr/>
            <p:nvPr/>
          </p:nvGrpSpPr>
          <p:grpSpPr>
            <a:xfrm>
              <a:off x="581019" y="437662"/>
              <a:ext cx="1260000" cy="900000"/>
              <a:chOff x="3074504" y="1020417"/>
              <a:chExt cx="1260000" cy="467999"/>
            </a:xfrm>
          </p:grpSpPr>
          <p:sp>
            <p:nvSpPr>
              <p:cNvPr id="108" name="Rectangle 107">
                <a:extLst>
                  <a:ext uri="{FF2B5EF4-FFF2-40B4-BE49-F238E27FC236}">
                    <a16:creationId xmlns:a16="http://schemas.microsoft.com/office/drawing/2014/main" id="{7D948796-9690-5748-6A65-8838924B7946}"/>
                  </a:ext>
                </a:extLst>
              </p:cNvPr>
              <p:cNvSpPr/>
              <p:nvPr/>
            </p:nvSpPr>
            <p:spPr>
              <a:xfrm>
                <a:off x="3074504" y="1020417"/>
                <a:ext cx="1260000" cy="467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sz="1600" dirty="0">
                  <a:latin typeface="Arial Narrow" panose="020B0606020202030204" pitchFamily="34" charset="0"/>
                </a:endParaRPr>
              </a:p>
            </p:txBody>
          </p:sp>
          <p:sp>
            <p:nvSpPr>
              <p:cNvPr id="109" name="TextBox 108">
                <a:extLst>
                  <a:ext uri="{FF2B5EF4-FFF2-40B4-BE49-F238E27FC236}">
                    <a16:creationId xmlns:a16="http://schemas.microsoft.com/office/drawing/2014/main" id="{598DF974-5715-A7E8-AE60-741D95D221AF}"/>
                  </a:ext>
                </a:extLst>
              </p:cNvPr>
              <p:cNvSpPr txBox="1"/>
              <p:nvPr/>
            </p:nvSpPr>
            <p:spPr>
              <a:xfrm>
                <a:off x="3312956" y="1146585"/>
                <a:ext cx="783154" cy="184885"/>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Teams</a:t>
                </a:r>
              </a:p>
            </p:txBody>
          </p:sp>
        </p:grpSp>
        <p:grpSp>
          <p:nvGrpSpPr>
            <p:cNvPr id="96" name="Group 95">
              <a:extLst>
                <a:ext uri="{FF2B5EF4-FFF2-40B4-BE49-F238E27FC236}">
                  <a16:creationId xmlns:a16="http://schemas.microsoft.com/office/drawing/2014/main" id="{0EBED950-CBFB-A888-DF09-079C1D7B09B8}"/>
                </a:ext>
              </a:extLst>
            </p:cNvPr>
            <p:cNvGrpSpPr/>
            <p:nvPr/>
          </p:nvGrpSpPr>
          <p:grpSpPr>
            <a:xfrm rot="16200000">
              <a:off x="2570019" y="-393696"/>
              <a:ext cx="432000" cy="1890000"/>
              <a:chOff x="8514144" y="3407114"/>
              <a:chExt cx="432000" cy="1890000"/>
            </a:xfrm>
          </p:grpSpPr>
          <p:sp>
            <p:nvSpPr>
              <p:cNvPr id="105" name="Oval 104">
                <a:extLst>
                  <a:ext uri="{FF2B5EF4-FFF2-40B4-BE49-F238E27FC236}">
                    <a16:creationId xmlns:a16="http://schemas.microsoft.com/office/drawing/2014/main" id="{0EB10BD3-3FD7-4F2E-646E-3BF8A1A34D59}"/>
                  </a:ext>
                </a:extLst>
              </p:cNvPr>
              <p:cNvSpPr/>
              <p:nvPr/>
            </p:nvSpPr>
            <p:spPr>
              <a:xfrm>
                <a:off x="8634212" y="3821113"/>
                <a:ext cx="216000" cy="21600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106" name="Straight Connector 105">
                <a:extLst>
                  <a:ext uri="{FF2B5EF4-FFF2-40B4-BE49-F238E27FC236}">
                    <a16:creationId xmlns:a16="http://schemas.microsoft.com/office/drawing/2014/main" id="{F9F0B609-A20E-B6AB-9AB3-ADB3BAE8FFE6}"/>
                  </a:ext>
                </a:extLst>
              </p:cNvPr>
              <p:cNvCxnSpPr>
                <a:cxnSpLocks/>
              </p:cNvCxnSpPr>
              <p:nvPr/>
            </p:nvCxnSpPr>
            <p:spPr>
              <a:xfrm rot="5400000" flipH="1">
                <a:off x="8535213" y="3614114"/>
                <a:ext cx="41399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7" name="Rectangle 106">
                <a:extLst>
                  <a:ext uri="{FF2B5EF4-FFF2-40B4-BE49-F238E27FC236}">
                    <a16:creationId xmlns:a16="http://schemas.microsoft.com/office/drawing/2014/main" id="{10B16C39-C00E-15FC-8BD2-4DF7290E37BF}"/>
                  </a:ext>
                </a:extLst>
              </p:cNvPr>
              <p:cNvSpPr/>
              <p:nvPr/>
            </p:nvSpPr>
            <p:spPr>
              <a:xfrm rot="5400000">
                <a:off x="8100144" y="4451114"/>
                <a:ext cx="1260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Team Name</a:t>
                </a:r>
              </a:p>
            </p:txBody>
          </p:sp>
        </p:grpSp>
      </p:grpSp>
      <p:grpSp>
        <p:nvGrpSpPr>
          <p:cNvPr id="110" name="Group 109">
            <a:extLst>
              <a:ext uri="{FF2B5EF4-FFF2-40B4-BE49-F238E27FC236}">
                <a16:creationId xmlns:a16="http://schemas.microsoft.com/office/drawing/2014/main" id="{C85141E6-863D-751C-7554-CE7EED1E09E3}"/>
              </a:ext>
            </a:extLst>
          </p:cNvPr>
          <p:cNvGrpSpPr/>
          <p:nvPr/>
        </p:nvGrpSpPr>
        <p:grpSpPr>
          <a:xfrm>
            <a:off x="123420" y="3570837"/>
            <a:ext cx="1713958" cy="856979"/>
            <a:chOff x="3074504" y="1020417"/>
            <a:chExt cx="1260000" cy="468000"/>
          </a:xfrm>
        </p:grpSpPr>
        <p:sp>
          <p:nvSpPr>
            <p:cNvPr id="111" name="Diamond 110">
              <a:extLst>
                <a:ext uri="{FF2B5EF4-FFF2-40B4-BE49-F238E27FC236}">
                  <a16:creationId xmlns:a16="http://schemas.microsoft.com/office/drawing/2014/main" id="{B3E28681-04F2-839C-7744-9CD4CF747298}"/>
                </a:ext>
              </a:extLst>
            </p:cNvPr>
            <p:cNvSpPr/>
            <p:nvPr/>
          </p:nvSpPr>
          <p:spPr>
            <a:xfrm>
              <a:off x="3074504" y="1020417"/>
              <a:ext cx="1260000" cy="468000"/>
            </a:xfrm>
            <a:prstGeom prst="diamond">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sz="1600">
                <a:latin typeface="Arial Narrow" panose="020B0606020202030204" pitchFamily="34" charset="0"/>
              </a:endParaRPr>
            </a:p>
          </p:txBody>
        </p:sp>
        <p:sp>
          <p:nvSpPr>
            <p:cNvPr id="112" name="TextBox 111">
              <a:extLst>
                <a:ext uri="{FF2B5EF4-FFF2-40B4-BE49-F238E27FC236}">
                  <a16:creationId xmlns:a16="http://schemas.microsoft.com/office/drawing/2014/main" id="{5C014503-D5E7-5DC4-6195-5CC2D80DFC8E}"/>
                </a:ext>
              </a:extLst>
            </p:cNvPr>
            <p:cNvSpPr txBox="1"/>
            <p:nvPr/>
          </p:nvSpPr>
          <p:spPr>
            <a:xfrm>
              <a:off x="3265446" y="1159225"/>
              <a:ext cx="878168" cy="184886"/>
            </a:xfrm>
            <a:prstGeom prst="rect">
              <a:avLst/>
            </a:prstGeom>
            <a:noFill/>
          </p:spPr>
          <p:txBody>
            <a:bodyPr wrap="none" rtlCol="0" anchor="ctr">
              <a:spAutoFit/>
            </a:bodyPr>
            <a:lstStyle/>
            <a:p>
              <a:pPr algn="ctr"/>
              <a:r>
                <a:rPr lang="en-US" sz="1600" dirty="0">
                  <a:latin typeface="Consolas" panose="020B0609020204030204" pitchFamily="49" charset="0"/>
                  <a:cs typeface="Consolas" panose="020B0609020204030204" pitchFamily="49" charset="0"/>
                </a:rPr>
                <a:t>Represent</a:t>
              </a:r>
              <a:endParaRPr lang="en-SG" sz="1600" dirty="0">
                <a:latin typeface="Consolas" panose="020B0609020204030204" pitchFamily="49" charset="0"/>
                <a:cs typeface="Consolas" panose="020B0609020204030204" pitchFamily="49" charset="0"/>
              </a:endParaRPr>
            </a:p>
          </p:txBody>
        </p:sp>
      </p:grpSp>
      <p:grpSp>
        <p:nvGrpSpPr>
          <p:cNvPr id="120" name="Group 119">
            <a:extLst>
              <a:ext uri="{FF2B5EF4-FFF2-40B4-BE49-F238E27FC236}">
                <a16:creationId xmlns:a16="http://schemas.microsoft.com/office/drawing/2014/main" id="{D89CED49-AFC5-827A-981E-BB61C156E35B}"/>
              </a:ext>
            </a:extLst>
          </p:cNvPr>
          <p:cNvGrpSpPr/>
          <p:nvPr/>
        </p:nvGrpSpPr>
        <p:grpSpPr>
          <a:xfrm>
            <a:off x="8670786" y="2641550"/>
            <a:ext cx="1199770" cy="1221079"/>
            <a:chOff x="3074504" y="920999"/>
            <a:chExt cx="1260000" cy="666835"/>
          </a:xfrm>
        </p:grpSpPr>
        <p:sp>
          <p:nvSpPr>
            <p:cNvPr id="133" name="Rectangle 132">
              <a:extLst>
                <a:ext uri="{FF2B5EF4-FFF2-40B4-BE49-F238E27FC236}">
                  <a16:creationId xmlns:a16="http://schemas.microsoft.com/office/drawing/2014/main" id="{A88033E3-9276-A0E4-00C1-7A289BD032E2}"/>
                </a:ext>
              </a:extLst>
            </p:cNvPr>
            <p:cNvSpPr/>
            <p:nvPr/>
          </p:nvSpPr>
          <p:spPr>
            <a:xfrm>
              <a:off x="3074504" y="920999"/>
              <a:ext cx="1260000" cy="666835"/>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sz="1600" dirty="0">
                <a:latin typeface="Arial Narrow" panose="020B0606020202030204" pitchFamily="34" charset="0"/>
              </a:endParaRPr>
            </a:p>
          </p:txBody>
        </p:sp>
        <p:sp>
          <p:nvSpPr>
            <p:cNvPr id="134" name="TextBox 133">
              <a:extLst>
                <a:ext uri="{FF2B5EF4-FFF2-40B4-BE49-F238E27FC236}">
                  <a16:creationId xmlns:a16="http://schemas.microsoft.com/office/drawing/2014/main" id="{A812E70A-06C4-AA7E-1681-9CFA9639C628}"/>
                </a:ext>
              </a:extLst>
            </p:cNvPr>
            <p:cNvSpPr txBox="1"/>
            <p:nvPr/>
          </p:nvSpPr>
          <p:spPr>
            <a:xfrm>
              <a:off x="3254034" y="1146585"/>
              <a:ext cx="900997" cy="184885"/>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Stages</a:t>
              </a:r>
            </a:p>
          </p:txBody>
        </p:sp>
      </p:grpSp>
      <p:grpSp>
        <p:nvGrpSpPr>
          <p:cNvPr id="121" name="Group 120">
            <a:extLst>
              <a:ext uri="{FF2B5EF4-FFF2-40B4-BE49-F238E27FC236}">
                <a16:creationId xmlns:a16="http://schemas.microsoft.com/office/drawing/2014/main" id="{039DA0C8-32FA-7632-867D-5992E41BC1C0}"/>
              </a:ext>
            </a:extLst>
          </p:cNvPr>
          <p:cNvGrpSpPr/>
          <p:nvPr/>
        </p:nvGrpSpPr>
        <p:grpSpPr>
          <a:xfrm rot="16200000">
            <a:off x="10423769" y="2043265"/>
            <a:ext cx="411350" cy="1517775"/>
            <a:chOff x="8514145" y="3407114"/>
            <a:chExt cx="432000" cy="1593969"/>
          </a:xfrm>
        </p:grpSpPr>
        <p:sp>
          <p:nvSpPr>
            <p:cNvPr id="130" name="Oval 129">
              <a:extLst>
                <a:ext uri="{FF2B5EF4-FFF2-40B4-BE49-F238E27FC236}">
                  <a16:creationId xmlns:a16="http://schemas.microsoft.com/office/drawing/2014/main" id="{8B56A281-05F0-9B20-3584-29CD690E54AF}"/>
                </a:ext>
              </a:extLst>
            </p:cNvPr>
            <p:cNvSpPr/>
            <p:nvPr/>
          </p:nvSpPr>
          <p:spPr>
            <a:xfrm>
              <a:off x="8634212" y="3821113"/>
              <a:ext cx="216000" cy="21600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131" name="Straight Connector 130">
              <a:extLst>
                <a:ext uri="{FF2B5EF4-FFF2-40B4-BE49-F238E27FC236}">
                  <a16:creationId xmlns:a16="http://schemas.microsoft.com/office/drawing/2014/main" id="{085B2728-7D7A-8E00-31F6-15F69F478A7C}"/>
                </a:ext>
              </a:extLst>
            </p:cNvPr>
            <p:cNvCxnSpPr>
              <a:cxnSpLocks/>
            </p:cNvCxnSpPr>
            <p:nvPr/>
          </p:nvCxnSpPr>
          <p:spPr>
            <a:xfrm rot="5400000" flipH="1">
              <a:off x="8535213" y="3614114"/>
              <a:ext cx="41399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2" name="Rectangle 131">
              <a:extLst>
                <a:ext uri="{FF2B5EF4-FFF2-40B4-BE49-F238E27FC236}">
                  <a16:creationId xmlns:a16="http://schemas.microsoft.com/office/drawing/2014/main" id="{27BCC20A-AEE4-4ED5-7FCD-08312E60C5F5}"/>
                </a:ext>
              </a:extLst>
            </p:cNvPr>
            <p:cNvSpPr/>
            <p:nvPr/>
          </p:nvSpPr>
          <p:spPr>
            <a:xfrm rot="5400000">
              <a:off x="8248160" y="4303099"/>
              <a:ext cx="963969"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Stage </a:t>
              </a:r>
            </a:p>
            <a:p>
              <a:pPr algn="ctr"/>
              <a:r>
                <a:rPr lang="en-GB" sz="1600" dirty="0">
                  <a:solidFill>
                    <a:schemeClr val="tx1"/>
                  </a:solidFill>
                  <a:latin typeface="Consolas" panose="020B0609020204030204" pitchFamily="49" charset="0"/>
                  <a:cs typeface="Consolas" panose="020B0609020204030204" pitchFamily="49" charset="0"/>
                </a:rPr>
                <a:t>Number</a:t>
              </a:r>
            </a:p>
          </p:txBody>
        </p:sp>
      </p:grpSp>
      <p:grpSp>
        <p:nvGrpSpPr>
          <p:cNvPr id="122" name="Group 121">
            <a:extLst>
              <a:ext uri="{FF2B5EF4-FFF2-40B4-BE49-F238E27FC236}">
                <a16:creationId xmlns:a16="http://schemas.microsoft.com/office/drawing/2014/main" id="{F5E9DA1E-266C-AC60-1FEF-C753D6C4EAC4}"/>
              </a:ext>
            </a:extLst>
          </p:cNvPr>
          <p:cNvGrpSpPr/>
          <p:nvPr/>
        </p:nvGrpSpPr>
        <p:grpSpPr>
          <a:xfrm rot="16200000">
            <a:off x="10427021" y="2679827"/>
            <a:ext cx="411350" cy="1524280"/>
            <a:chOff x="8514144" y="3407114"/>
            <a:chExt cx="432000" cy="1600800"/>
          </a:xfrm>
        </p:grpSpPr>
        <p:sp>
          <p:nvSpPr>
            <p:cNvPr id="127" name="Oval 126">
              <a:extLst>
                <a:ext uri="{FF2B5EF4-FFF2-40B4-BE49-F238E27FC236}">
                  <a16:creationId xmlns:a16="http://schemas.microsoft.com/office/drawing/2014/main" id="{C00117AC-887B-E4D3-77E8-A19A8DD187E8}"/>
                </a:ext>
              </a:extLst>
            </p:cNvPr>
            <p:cNvSpPr/>
            <p:nvPr/>
          </p:nvSpPr>
          <p:spPr>
            <a:xfrm>
              <a:off x="8634212" y="3821113"/>
              <a:ext cx="216000" cy="216000"/>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128" name="Straight Connector 127">
              <a:extLst>
                <a:ext uri="{FF2B5EF4-FFF2-40B4-BE49-F238E27FC236}">
                  <a16:creationId xmlns:a16="http://schemas.microsoft.com/office/drawing/2014/main" id="{30DC02DC-88E5-9ADB-E366-DF7BC0D57C65}"/>
                </a:ext>
              </a:extLst>
            </p:cNvPr>
            <p:cNvCxnSpPr>
              <a:cxnSpLocks/>
            </p:cNvCxnSpPr>
            <p:nvPr/>
          </p:nvCxnSpPr>
          <p:spPr>
            <a:xfrm rot="5400000" flipH="1">
              <a:off x="8535213" y="3614114"/>
              <a:ext cx="41399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9" name="Rectangle 128">
              <a:extLst>
                <a:ext uri="{FF2B5EF4-FFF2-40B4-BE49-F238E27FC236}">
                  <a16:creationId xmlns:a16="http://schemas.microsoft.com/office/drawing/2014/main" id="{EAFA50B6-7582-B298-1522-AA9A27C72008}"/>
                </a:ext>
              </a:extLst>
            </p:cNvPr>
            <p:cNvSpPr/>
            <p:nvPr/>
          </p:nvSpPr>
          <p:spPr>
            <a:xfrm rot="5400000">
              <a:off x="8244743" y="4306514"/>
              <a:ext cx="970801"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Length</a:t>
              </a:r>
            </a:p>
          </p:txBody>
        </p:sp>
      </p:grpSp>
      <p:grpSp>
        <p:nvGrpSpPr>
          <p:cNvPr id="123" name="Group 122">
            <a:extLst>
              <a:ext uri="{FF2B5EF4-FFF2-40B4-BE49-F238E27FC236}">
                <a16:creationId xmlns:a16="http://schemas.microsoft.com/office/drawing/2014/main" id="{B5A4A1CD-F0E3-C445-FE8F-3F7EBA2FAE9B}"/>
              </a:ext>
            </a:extLst>
          </p:cNvPr>
          <p:cNvGrpSpPr/>
          <p:nvPr/>
        </p:nvGrpSpPr>
        <p:grpSpPr>
          <a:xfrm rot="16200000">
            <a:off x="10297068" y="2510248"/>
            <a:ext cx="411350" cy="1264373"/>
            <a:chOff x="8492645" y="3407113"/>
            <a:chExt cx="432000" cy="1327846"/>
          </a:xfrm>
        </p:grpSpPr>
        <p:sp>
          <p:nvSpPr>
            <p:cNvPr id="124" name="Oval 123">
              <a:extLst>
                <a:ext uri="{FF2B5EF4-FFF2-40B4-BE49-F238E27FC236}">
                  <a16:creationId xmlns:a16="http://schemas.microsoft.com/office/drawing/2014/main" id="{B076F8E5-F77C-5E45-9319-6361672D441E}"/>
                </a:ext>
              </a:extLst>
            </p:cNvPr>
            <p:cNvSpPr/>
            <p:nvPr/>
          </p:nvSpPr>
          <p:spPr>
            <a:xfrm>
              <a:off x="8612712" y="3821113"/>
              <a:ext cx="216000" cy="216000"/>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125" name="Straight Connector 124">
              <a:extLst>
                <a:ext uri="{FF2B5EF4-FFF2-40B4-BE49-F238E27FC236}">
                  <a16:creationId xmlns:a16="http://schemas.microsoft.com/office/drawing/2014/main" id="{E50E854F-9898-E5A3-5B13-D8DEDDE84764}"/>
                </a:ext>
              </a:extLst>
            </p:cNvPr>
            <p:cNvCxnSpPr>
              <a:cxnSpLocks/>
            </p:cNvCxnSpPr>
            <p:nvPr/>
          </p:nvCxnSpPr>
          <p:spPr>
            <a:xfrm rot="5400000" flipH="1">
              <a:off x="8513713" y="3614113"/>
              <a:ext cx="41399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6" name="Rectangle 125">
              <a:extLst>
                <a:ext uri="{FF2B5EF4-FFF2-40B4-BE49-F238E27FC236}">
                  <a16:creationId xmlns:a16="http://schemas.microsoft.com/office/drawing/2014/main" id="{E2D84E54-5E07-7CCF-DB6C-DB8B9DEB8D6A}"/>
                </a:ext>
              </a:extLst>
            </p:cNvPr>
            <p:cNvSpPr/>
            <p:nvPr/>
          </p:nvSpPr>
          <p:spPr>
            <a:xfrm rot="5400000">
              <a:off x="8359722" y="4170037"/>
              <a:ext cx="697845"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Type</a:t>
              </a:r>
            </a:p>
          </p:txBody>
        </p:sp>
      </p:grpSp>
      <p:grpSp>
        <p:nvGrpSpPr>
          <p:cNvPr id="135" name="Group 134">
            <a:extLst>
              <a:ext uri="{FF2B5EF4-FFF2-40B4-BE49-F238E27FC236}">
                <a16:creationId xmlns:a16="http://schemas.microsoft.com/office/drawing/2014/main" id="{B7523FC7-3AC3-3D29-4EEA-F4404ADA480A}"/>
              </a:ext>
            </a:extLst>
          </p:cNvPr>
          <p:cNvGrpSpPr/>
          <p:nvPr/>
        </p:nvGrpSpPr>
        <p:grpSpPr>
          <a:xfrm>
            <a:off x="8673585" y="5746937"/>
            <a:ext cx="2999426" cy="954444"/>
            <a:chOff x="581019" y="335304"/>
            <a:chExt cx="3150000" cy="1002358"/>
          </a:xfrm>
        </p:grpSpPr>
        <p:grpSp>
          <p:nvGrpSpPr>
            <p:cNvPr id="136" name="Group 135">
              <a:extLst>
                <a:ext uri="{FF2B5EF4-FFF2-40B4-BE49-F238E27FC236}">
                  <a16:creationId xmlns:a16="http://schemas.microsoft.com/office/drawing/2014/main" id="{7F53A268-7043-8475-8791-2C2B3B2FC1CC}"/>
                </a:ext>
              </a:extLst>
            </p:cNvPr>
            <p:cNvGrpSpPr/>
            <p:nvPr/>
          </p:nvGrpSpPr>
          <p:grpSpPr>
            <a:xfrm>
              <a:off x="581019" y="437662"/>
              <a:ext cx="1260000" cy="900000"/>
              <a:chOff x="3074504" y="1020417"/>
              <a:chExt cx="1260000" cy="467999"/>
            </a:xfrm>
          </p:grpSpPr>
          <p:sp>
            <p:nvSpPr>
              <p:cNvPr id="141" name="Rectangle 140">
                <a:extLst>
                  <a:ext uri="{FF2B5EF4-FFF2-40B4-BE49-F238E27FC236}">
                    <a16:creationId xmlns:a16="http://schemas.microsoft.com/office/drawing/2014/main" id="{F2F74B38-6744-DDB0-3230-83A49CC9834A}"/>
                  </a:ext>
                </a:extLst>
              </p:cNvPr>
              <p:cNvSpPr/>
              <p:nvPr/>
            </p:nvSpPr>
            <p:spPr>
              <a:xfrm>
                <a:off x="3074504" y="1020417"/>
                <a:ext cx="1260000" cy="467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sz="1600" dirty="0">
                  <a:latin typeface="Arial Narrow" panose="020B0606020202030204" pitchFamily="34" charset="0"/>
                </a:endParaRPr>
              </a:p>
            </p:txBody>
          </p:sp>
          <p:sp>
            <p:nvSpPr>
              <p:cNvPr id="142" name="TextBox 141">
                <a:extLst>
                  <a:ext uri="{FF2B5EF4-FFF2-40B4-BE49-F238E27FC236}">
                    <a16:creationId xmlns:a16="http://schemas.microsoft.com/office/drawing/2014/main" id="{0574CB31-C70E-3ABD-710B-BD8275A9EE2F}"/>
                  </a:ext>
                </a:extLst>
              </p:cNvPr>
              <p:cNvSpPr txBox="1"/>
              <p:nvPr/>
            </p:nvSpPr>
            <p:spPr>
              <a:xfrm>
                <a:off x="3077272" y="1146585"/>
                <a:ext cx="1254526" cy="184885"/>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Locations</a:t>
                </a:r>
              </a:p>
            </p:txBody>
          </p:sp>
        </p:grpSp>
        <p:grpSp>
          <p:nvGrpSpPr>
            <p:cNvPr id="137" name="Group 136">
              <a:extLst>
                <a:ext uri="{FF2B5EF4-FFF2-40B4-BE49-F238E27FC236}">
                  <a16:creationId xmlns:a16="http://schemas.microsoft.com/office/drawing/2014/main" id="{9A82D00A-0DD5-016E-4DFE-CD0F1B5DF1D8}"/>
                </a:ext>
              </a:extLst>
            </p:cNvPr>
            <p:cNvGrpSpPr/>
            <p:nvPr/>
          </p:nvGrpSpPr>
          <p:grpSpPr>
            <a:xfrm rot="16200000">
              <a:off x="2570019" y="-393696"/>
              <a:ext cx="432000" cy="1890000"/>
              <a:chOff x="8514144" y="3407114"/>
              <a:chExt cx="432000" cy="1890000"/>
            </a:xfrm>
          </p:grpSpPr>
          <p:sp>
            <p:nvSpPr>
              <p:cNvPr id="138" name="Oval 137">
                <a:extLst>
                  <a:ext uri="{FF2B5EF4-FFF2-40B4-BE49-F238E27FC236}">
                    <a16:creationId xmlns:a16="http://schemas.microsoft.com/office/drawing/2014/main" id="{D26E3238-BC64-0F4D-1265-0B98142C6149}"/>
                  </a:ext>
                </a:extLst>
              </p:cNvPr>
              <p:cNvSpPr/>
              <p:nvPr/>
            </p:nvSpPr>
            <p:spPr>
              <a:xfrm>
                <a:off x="8634212" y="3821113"/>
                <a:ext cx="216000" cy="21600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139" name="Straight Connector 138">
                <a:extLst>
                  <a:ext uri="{FF2B5EF4-FFF2-40B4-BE49-F238E27FC236}">
                    <a16:creationId xmlns:a16="http://schemas.microsoft.com/office/drawing/2014/main" id="{704D0CD4-919D-B7AD-AB2F-AE80FD12F76A}"/>
                  </a:ext>
                </a:extLst>
              </p:cNvPr>
              <p:cNvCxnSpPr>
                <a:cxnSpLocks/>
              </p:cNvCxnSpPr>
              <p:nvPr/>
            </p:nvCxnSpPr>
            <p:spPr>
              <a:xfrm rot="5400000" flipH="1">
                <a:off x="8535213" y="3614114"/>
                <a:ext cx="41399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0" name="Rectangle 139">
                <a:extLst>
                  <a:ext uri="{FF2B5EF4-FFF2-40B4-BE49-F238E27FC236}">
                    <a16:creationId xmlns:a16="http://schemas.microsoft.com/office/drawing/2014/main" id="{D28AE451-307B-D576-C6E4-A9DE1C8BA52B}"/>
                  </a:ext>
                </a:extLst>
              </p:cNvPr>
              <p:cNvSpPr/>
              <p:nvPr/>
            </p:nvSpPr>
            <p:spPr>
              <a:xfrm rot="5400000">
                <a:off x="8100144" y="4451114"/>
                <a:ext cx="1260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Location Name</a:t>
                </a:r>
              </a:p>
            </p:txBody>
          </p:sp>
        </p:grpSp>
      </p:grpSp>
      <p:grpSp>
        <p:nvGrpSpPr>
          <p:cNvPr id="143" name="Group 142">
            <a:extLst>
              <a:ext uri="{FF2B5EF4-FFF2-40B4-BE49-F238E27FC236}">
                <a16:creationId xmlns:a16="http://schemas.microsoft.com/office/drawing/2014/main" id="{2AAE966F-ECFC-56F5-07CA-E2BFE98445C0}"/>
              </a:ext>
            </a:extLst>
          </p:cNvPr>
          <p:cNvGrpSpPr/>
          <p:nvPr/>
        </p:nvGrpSpPr>
        <p:grpSpPr>
          <a:xfrm>
            <a:off x="7525162" y="4412754"/>
            <a:ext cx="1713958" cy="856979"/>
            <a:chOff x="3074504" y="1020417"/>
            <a:chExt cx="1260000" cy="468000"/>
          </a:xfrm>
        </p:grpSpPr>
        <p:sp>
          <p:nvSpPr>
            <p:cNvPr id="144" name="Diamond 143">
              <a:extLst>
                <a:ext uri="{FF2B5EF4-FFF2-40B4-BE49-F238E27FC236}">
                  <a16:creationId xmlns:a16="http://schemas.microsoft.com/office/drawing/2014/main" id="{1DBA5AF9-B640-11BD-D23B-88D576422C46}"/>
                </a:ext>
              </a:extLst>
            </p:cNvPr>
            <p:cNvSpPr/>
            <p:nvPr/>
          </p:nvSpPr>
          <p:spPr>
            <a:xfrm>
              <a:off x="3074504" y="1020417"/>
              <a:ext cx="1260000" cy="468000"/>
            </a:xfrm>
            <a:prstGeom prst="diamond">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sz="1600">
                <a:latin typeface="Arial Narrow" panose="020B0606020202030204" pitchFamily="34" charset="0"/>
              </a:endParaRPr>
            </a:p>
          </p:txBody>
        </p:sp>
        <p:sp>
          <p:nvSpPr>
            <p:cNvPr id="145" name="TextBox 144">
              <a:extLst>
                <a:ext uri="{FF2B5EF4-FFF2-40B4-BE49-F238E27FC236}">
                  <a16:creationId xmlns:a16="http://schemas.microsoft.com/office/drawing/2014/main" id="{341CF12B-5670-C037-A9BA-767D95BDB278}"/>
                </a:ext>
              </a:extLst>
            </p:cNvPr>
            <p:cNvSpPr txBox="1"/>
            <p:nvPr/>
          </p:nvSpPr>
          <p:spPr>
            <a:xfrm>
              <a:off x="3430422" y="1159225"/>
              <a:ext cx="548208" cy="184886"/>
            </a:xfrm>
            <a:prstGeom prst="rect">
              <a:avLst/>
            </a:prstGeom>
            <a:noFill/>
          </p:spPr>
          <p:txBody>
            <a:bodyPr wrap="none" rtlCol="0" anchor="ctr">
              <a:spAutoFit/>
            </a:bodyPr>
            <a:lstStyle/>
            <a:p>
              <a:pPr algn="ctr"/>
              <a:r>
                <a:rPr lang="en-US" sz="1600" dirty="0">
                  <a:latin typeface="Consolas" panose="020B0609020204030204" pitchFamily="49" charset="0"/>
                  <a:cs typeface="Consolas" panose="020B0609020204030204" pitchFamily="49" charset="0"/>
                </a:rPr>
                <a:t>Start</a:t>
              </a:r>
              <a:endParaRPr lang="en-SG" sz="1600" dirty="0">
                <a:latin typeface="Consolas" panose="020B0609020204030204" pitchFamily="49" charset="0"/>
                <a:cs typeface="Consolas" panose="020B0609020204030204" pitchFamily="49" charset="0"/>
              </a:endParaRPr>
            </a:p>
          </p:txBody>
        </p:sp>
      </p:grpSp>
      <p:cxnSp>
        <p:nvCxnSpPr>
          <p:cNvPr id="149" name="Straight Connector 148">
            <a:extLst>
              <a:ext uri="{FF2B5EF4-FFF2-40B4-BE49-F238E27FC236}">
                <a16:creationId xmlns:a16="http://schemas.microsoft.com/office/drawing/2014/main" id="{1CC5905B-7E2F-0A2B-78E5-2FA53478E4A0}"/>
              </a:ext>
            </a:extLst>
          </p:cNvPr>
          <p:cNvCxnSpPr>
            <a:cxnSpLocks/>
            <a:stCxn id="144" idx="0"/>
            <a:endCxn id="133" idx="2"/>
          </p:cNvCxnSpPr>
          <p:nvPr/>
        </p:nvCxnSpPr>
        <p:spPr>
          <a:xfrm flipV="1">
            <a:off x="8382141" y="3862629"/>
            <a:ext cx="888530" cy="5501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4FCE935B-A708-88BA-C05E-A5B05D84053A}"/>
              </a:ext>
            </a:extLst>
          </p:cNvPr>
          <p:cNvCxnSpPr>
            <a:cxnSpLocks/>
            <a:stCxn id="141" idx="0"/>
            <a:endCxn id="144" idx="2"/>
          </p:cNvCxnSpPr>
          <p:nvPr/>
        </p:nvCxnSpPr>
        <p:spPr>
          <a:xfrm flipH="1" flipV="1">
            <a:off x="8382141" y="5269733"/>
            <a:ext cx="891329" cy="5746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0" name="Group 159">
            <a:extLst>
              <a:ext uri="{FF2B5EF4-FFF2-40B4-BE49-F238E27FC236}">
                <a16:creationId xmlns:a16="http://schemas.microsoft.com/office/drawing/2014/main" id="{1FF5A79C-A0B3-CE5B-9E16-58B10ABCA07B}"/>
              </a:ext>
            </a:extLst>
          </p:cNvPr>
          <p:cNvGrpSpPr/>
          <p:nvPr/>
        </p:nvGrpSpPr>
        <p:grpSpPr>
          <a:xfrm>
            <a:off x="9387600" y="4412754"/>
            <a:ext cx="1713958" cy="856979"/>
            <a:chOff x="3074504" y="1020417"/>
            <a:chExt cx="1260000" cy="468000"/>
          </a:xfrm>
        </p:grpSpPr>
        <p:sp>
          <p:nvSpPr>
            <p:cNvPr id="161" name="Diamond 160">
              <a:extLst>
                <a:ext uri="{FF2B5EF4-FFF2-40B4-BE49-F238E27FC236}">
                  <a16:creationId xmlns:a16="http://schemas.microsoft.com/office/drawing/2014/main" id="{B694EC6F-9D04-6FEF-DB64-338C2C12A6C3}"/>
                </a:ext>
              </a:extLst>
            </p:cNvPr>
            <p:cNvSpPr/>
            <p:nvPr/>
          </p:nvSpPr>
          <p:spPr>
            <a:xfrm>
              <a:off x="3074504" y="1020417"/>
              <a:ext cx="1260000" cy="468000"/>
            </a:xfrm>
            <a:prstGeom prst="diamond">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sz="1600">
                <a:latin typeface="Arial Narrow" panose="020B0606020202030204" pitchFamily="34" charset="0"/>
              </a:endParaRPr>
            </a:p>
          </p:txBody>
        </p:sp>
        <p:sp>
          <p:nvSpPr>
            <p:cNvPr id="162" name="TextBox 161">
              <a:extLst>
                <a:ext uri="{FF2B5EF4-FFF2-40B4-BE49-F238E27FC236}">
                  <a16:creationId xmlns:a16="http://schemas.microsoft.com/office/drawing/2014/main" id="{7F60DAD2-2149-7106-6E6E-9FF9B65B760D}"/>
                </a:ext>
              </a:extLst>
            </p:cNvPr>
            <p:cNvSpPr txBox="1"/>
            <p:nvPr/>
          </p:nvSpPr>
          <p:spPr>
            <a:xfrm>
              <a:off x="3512912" y="1159225"/>
              <a:ext cx="383227" cy="184886"/>
            </a:xfrm>
            <a:prstGeom prst="rect">
              <a:avLst/>
            </a:prstGeom>
            <a:noFill/>
          </p:spPr>
          <p:txBody>
            <a:bodyPr wrap="none" rtlCol="0" anchor="ctr">
              <a:spAutoFit/>
            </a:bodyPr>
            <a:lstStyle/>
            <a:p>
              <a:pPr algn="ctr"/>
              <a:r>
                <a:rPr lang="en-US" sz="1600" dirty="0">
                  <a:latin typeface="Consolas" panose="020B0609020204030204" pitchFamily="49" charset="0"/>
                  <a:cs typeface="Consolas" panose="020B0609020204030204" pitchFamily="49" charset="0"/>
                </a:rPr>
                <a:t>End</a:t>
              </a:r>
              <a:endParaRPr lang="en-SG" sz="1600" dirty="0">
                <a:latin typeface="Consolas" panose="020B0609020204030204" pitchFamily="49" charset="0"/>
                <a:cs typeface="Consolas" panose="020B0609020204030204" pitchFamily="49" charset="0"/>
              </a:endParaRPr>
            </a:p>
          </p:txBody>
        </p:sp>
      </p:grpSp>
      <p:cxnSp>
        <p:nvCxnSpPr>
          <p:cNvPr id="163" name="Straight Connector 162">
            <a:extLst>
              <a:ext uri="{FF2B5EF4-FFF2-40B4-BE49-F238E27FC236}">
                <a16:creationId xmlns:a16="http://schemas.microsoft.com/office/drawing/2014/main" id="{8479FC0B-98C4-37DB-1849-A51AFD8851E0}"/>
              </a:ext>
            </a:extLst>
          </p:cNvPr>
          <p:cNvCxnSpPr>
            <a:cxnSpLocks/>
            <a:stCxn id="161" idx="0"/>
            <a:endCxn id="133" idx="2"/>
          </p:cNvCxnSpPr>
          <p:nvPr/>
        </p:nvCxnSpPr>
        <p:spPr>
          <a:xfrm flipH="1" flipV="1">
            <a:off x="9270671" y="3862629"/>
            <a:ext cx="973908" cy="5501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67353418-219A-33EB-216E-33E3093DF080}"/>
              </a:ext>
            </a:extLst>
          </p:cNvPr>
          <p:cNvCxnSpPr>
            <a:cxnSpLocks/>
            <a:stCxn id="141" idx="0"/>
            <a:endCxn id="161" idx="2"/>
          </p:cNvCxnSpPr>
          <p:nvPr/>
        </p:nvCxnSpPr>
        <p:spPr>
          <a:xfrm flipV="1">
            <a:off x="9273470" y="5269733"/>
            <a:ext cx="971109" cy="5746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4" name="Group 103">
            <a:extLst>
              <a:ext uri="{FF2B5EF4-FFF2-40B4-BE49-F238E27FC236}">
                <a16:creationId xmlns:a16="http://schemas.microsoft.com/office/drawing/2014/main" id="{6EE334C4-895A-D8B0-C5B8-651F7F48784E}"/>
              </a:ext>
            </a:extLst>
          </p:cNvPr>
          <p:cNvGrpSpPr/>
          <p:nvPr/>
        </p:nvGrpSpPr>
        <p:grpSpPr>
          <a:xfrm>
            <a:off x="5135500" y="2137122"/>
            <a:ext cx="1713958" cy="856979"/>
            <a:chOff x="3074504" y="1020417"/>
            <a:chExt cx="1260000" cy="468000"/>
          </a:xfrm>
        </p:grpSpPr>
        <p:sp>
          <p:nvSpPr>
            <p:cNvPr id="114" name="Diamond 113">
              <a:extLst>
                <a:ext uri="{FF2B5EF4-FFF2-40B4-BE49-F238E27FC236}">
                  <a16:creationId xmlns:a16="http://schemas.microsoft.com/office/drawing/2014/main" id="{1F4F265A-24B9-F308-FF6F-A68A5D314357}"/>
                </a:ext>
              </a:extLst>
            </p:cNvPr>
            <p:cNvSpPr/>
            <p:nvPr/>
          </p:nvSpPr>
          <p:spPr>
            <a:xfrm>
              <a:off x="3074504" y="1020417"/>
              <a:ext cx="1260000" cy="468000"/>
            </a:xfrm>
            <a:prstGeom prst="diamond">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sz="1600" dirty="0">
                <a:latin typeface="Arial Narrow" panose="020B0606020202030204" pitchFamily="34" charset="0"/>
              </a:endParaRPr>
            </a:p>
          </p:txBody>
        </p:sp>
        <p:sp>
          <p:nvSpPr>
            <p:cNvPr id="115" name="TextBox 114">
              <a:extLst>
                <a:ext uri="{FF2B5EF4-FFF2-40B4-BE49-F238E27FC236}">
                  <a16:creationId xmlns:a16="http://schemas.microsoft.com/office/drawing/2014/main" id="{486E5E66-B48A-CE1D-F78C-F8F2BD8BEAE3}"/>
                </a:ext>
              </a:extLst>
            </p:cNvPr>
            <p:cNvSpPr txBox="1"/>
            <p:nvPr/>
          </p:nvSpPr>
          <p:spPr>
            <a:xfrm>
              <a:off x="3347930" y="1159226"/>
              <a:ext cx="713187" cy="184886"/>
            </a:xfrm>
            <a:prstGeom prst="rect">
              <a:avLst/>
            </a:prstGeom>
            <a:noFill/>
          </p:spPr>
          <p:txBody>
            <a:bodyPr wrap="none" rtlCol="0" anchor="ctr">
              <a:spAutoFit/>
            </a:bodyPr>
            <a:lstStyle/>
            <a:p>
              <a:pPr algn="ctr"/>
              <a:r>
                <a:rPr lang="en-US" sz="1600" dirty="0">
                  <a:latin typeface="Consolas" panose="020B0609020204030204" pitchFamily="49" charset="0"/>
                  <a:cs typeface="Consolas" panose="020B0609020204030204" pitchFamily="49" charset="0"/>
                </a:rPr>
                <a:t>Compete</a:t>
              </a:r>
              <a:endParaRPr lang="en-SG" sz="1600" dirty="0">
                <a:latin typeface="Consolas" panose="020B0609020204030204" pitchFamily="49" charset="0"/>
                <a:cs typeface="Consolas" panose="020B0609020204030204" pitchFamily="49" charset="0"/>
              </a:endParaRPr>
            </a:p>
          </p:txBody>
        </p:sp>
      </p:grpSp>
      <p:cxnSp>
        <p:nvCxnSpPr>
          <p:cNvPr id="150" name="Straight Connector 149">
            <a:extLst>
              <a:ext uri="{FF2B5EF4-FFF2-40B4-BE49-F238E27FC236}">
                <a16:creationId xmlns:a16="http://schemas.microsoft.com/office/drawing/2014/main" id="{390D3108-30FF-0FF6-51A4-364BC561F344}"/>
              </a:ext>
            </a:extLst>
          </p:cNvPr>
          <p:cNvCxnSpPr>
            <a:cxnSpLocks/>
            <a:stCxn id="114" idx="0"/>
            <a:endCxn id="101" idx="2"/>
          </p:cNvCxnSpPr>
          <p:nvPr/>
        </p:nvCxnSpPr>
        <p:spPr>
          <a:xfrm flipH="1" flipV="1">
            <a:off x="5987787" y="1252944"/>
            <a:ext cx="4692" cy="8841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88BB61EA-4568-4402-08B0-F9AD2284B892}"/>
              </a:ext>
            </a:extLst>
          </p:cNvPr>
          <p:cNvCxnSpPr>
            <a:cxnSpLocks/>
            <a:stCxn id="60" idx="2"/>
            <a:endCxn id="156" idx="1"/>
          </p:cNvCxnSpPr>
          <p:nvPr/>
        </p:nvCxnSpPr>
        <p:spPr>
          <a:xfrm>
            <a:off x="2436079" y="3690298"/>
            <a:ext cx="2681775" cy="2379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E476FE84-1584-EB24-CDD0-CE285BC73B49}"/>
              </a:ext>
            </a:extLst>
          </p:cNvPr>
          <p:cNvCxnSpPr>
            <a:cxnSpLocks/>
            <a:stCxn id="156" idx="3"/>
            <a:endCxn id="133" idx="1"/>
          </p:cNvCxnSpPr>
          <p:nvPr/>
        </p:nvCxnSpPr>
        <p:spPr>
          <a:xfrm flipV="1">
            <a:off x="6831812" y="3252090"/>
            <a:ext cx="1838974" cy="6761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8" name="Group 177">
            <a:extLst>
              <a:ext uri="{FF2B5EF4-FFF2-40B4-BE49-F238E27FC236}">
                <a16:creationId xmlns:a16="http://schemas.microsoft.com/office/drawing/2014/main" id="{C3AD32BA-96C9-8199-0945-AA95B6F034E3}"/>
              </a:ext>
            </a:extLst>
          </p:cNvPr>
          <p:cNvGrpSpPr/>
          <p:nvPr/>
        </p:nvGrpSpPr>
        <p:grpSpPr>
          <a:xfrm>
            <a:off x="5117854" y="3499743"/>
            <a:ext cx="1713958" cy="1836500"/>
            <a:chOff x="4144241" y="4486534"/>
            <a:chExt cx="1800000" cy="1928694"/>
          </a:xfrm>
        </p:grpSpPr>
        <p:grpSp>
          <p:nvGrpSpPr>
            <p:cNvPr id="155" name="Group 154">
              <a:extLst>
                <a:ext uri="{FF2B5EF4-FFF2-40B4-BE49-F238E27FC236}">
                  <a16:creationId xmlns:a16="http://schemas.microsoft.com/office/drawing/2014/main" id="{9C2E0D58-E5C0-169A-C6EE-E405753EEC68}"/>
                </a:ext>
              </a:extLst>
            </p:cNvPr>
            <p:cNvGrpSpPr/>
            <p:nvPr/>
          </p:nvGrpSpPr>
          <p:grpSpPr>
            <a:xfrm>
              <a:off x="4144241" y="4486534"/>
              <a:ext cx="1800000" cy="900000"/>
              <a:chOff x="3074504" y="1020417"/>
              <a:chExt cx="1260000" cy="468000"/>
            </a:xfrm>
          </p:grpSpPr>
          <p:sp>
            <p:nvSpPr>
              <p:cNvPr id="156" name="Diamond 155">
                <a:extLst>
                  <a:ext uri="{FF2B5EF4-FFF2-40B4-BE49-F238E27FC236}">
                    <a16:creationId xmlns:a16="http://schemas.microsoft.com/office/drawing/2014/main" id="{30EF839A-C0ED-A4B2-12C8-EF6B29A2CD8B}"/>
                  </a:ext>
                </a:extLst>
              </p:cNvPr>
              <p:cNvSpPr/>
              <p:nvPr/>
            </p:nvSpPr>
            <p:spPr>
              <a:xfrm>
                <a:off x="3074504" y="1020417"/>
                <a:ext cx="1260000" cy="468000"/>
              </a:xfrm>
              <a:prstGeom prst="diamond">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sz="1600">
                  <a:latin typeface="Arial Narrow" panose="020B0606020202030204" pitchFamily="34" charset="0"/>
                </a:endParaRPr>
              </a:p>
            </p:txBody>
          </p:sp>
          <p:sp>
            <p:nvSpPr>
              <p:cNvPr id="157" name="TextBox 156">
                <a:extLst>
                  <a:ext uri="{FF2B5EF4-FFF2-40B4-BE49-F238E27FC236}">
                    <a16:creationId xmlns:a16="http://schemas.microsoft.com/office/drawing/2014/main" id="{AF4BE09D-8A08-A062-B412-6880D37FA828}"/>
                  </a:ext>
                </a:extLst>
              </p:cNvPr>
              <p:cNvSpPr txBox="1"/>
              <p:nvPr/>
            </p:nvSpPr>
            <p:spPr>
              <a:xfrm>
                <a:off x="3462599" y="1155642"/>
                <a:ext cx="483850" cy="192053"/>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Exit</a:t>
                </a:r>
              </a:p>
            </p:txBody>
          </p:sp>
        </p:grpSp>
        <p:grpSp>
          <p:nvGrpSpPr>
            <p:cNvPr id="171" name="Group 170">
              <a:extLst>
                <a:ext uri="{FF2B5EF4-FFF2-40B4-BE49-F238E27FC236}">
                  <a16:creationId xmlns:a16="http://schemas.microsoft.com/office/drawing/2014/main" id="{BD7FC1E7-4BEA-B37F-DE72-7B8A46234071}"/>
                </a:ext>
              </a:extLst>
            </p:cNvPr>
            <p:cNvGrpSpPr/>
            <p:nvPr/>
          </p:nvGrpSpPr>
          <p:grpSpPr>
            <a:xfrm>
              <a:off x="4414241" y="5375963"/>
              <a:ext cx="1260000" cy="1039265"/>
              <a:chOff x="8100144" y="3407114"/>
              <a:chExt cx="1260000" cy="1039265"/>
            </a:xfrm>
          </p:grpSpPr>
          <p:sp>
            <p:nvSpPr>
              <p:cNvPr id="172" name="Oval 171">
                <a:extLst>
                  <a:ext uri="{FF2B5EF4-FFF2-40B4-BE49-F238E27FC236}">
                    <a16:creationId xmlns:a16="http://schemas.microsoft.com/office/drawing/2014/main" id="{B7EFC0CD-3475-E30E-3F21-7837E2B110DA}"/>
                  </a:ext>
                </a:extLst>
              </p:cNvPr>
              <p:cNvSpPr/>
              <p:nvPr/>
            </p:nvSpPr>
            <p:spPr>
              <a:xfrm>
                <a:off x="8634212" y="3821113"/>
                <a:ext cx="216000" cy="216000"/>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173" name="Straight Connector 172">
                <a:extLst>
                  <a:ext uri="{FF2B5EF4-FFF2-40B4-BE49-F238E27FC236}">
                    <a16:creationId xmlns:a16="http://schemas.microsoft.com/office/drawing/2014/main" id="{6BBA6647-4D03-5B97-3EA1-3ED67E5AB08E}"/>
                  </a:ext>
                </a:extLst>
              </p:cNvPr>
              <p:cNvCxnSpPr>
                <a:cxnSpLocks/>
              </p:cNvCxnSpPr>
              <p:nvPr/>
            </p:nvCxnSpPr>
            <p:spPr>
              <a:xfrm rot="5400000" flipH="1">
                <a:off x="8535213" y="3614114"/>
                <a:ext cx="41399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4" name="Rectangle 173">
                <a:extLst>
                  <a:ext uri="{FF2B5EF4-FFF2-40B4-BE49-F238E27FC236}">
                    <a16:creationId xmlns:a16="http://schemas.microsoft.com/office/drawing/2014/main" id="{62C65045-A00C-2303-E814-AADE8BB917E2}"/>
                  </a:ext>
                </a:extLst>
              </p:cNvPr>
              <p:cNvSpPr/>
              <p:nvPr/>
            </p:nvSpPr>
            <p:spPr>
              <a:xfrm>
                <a:off x="8100144" y="4014379"/>
                <a:ext cx="1260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Reason</a:t>
                </a:r>
              </a:p>
            </p:txBody>
          </p:sp>
        </p:grpSp>
      </p:grpSp>
      <p:grpSp>
        <p:nvGrpSpPr>
          <p:cNvPr id="186" name="Group 185">
            <a:extLst>
              <a:ext uri="{FF2B5EF4-FFF2-40B4-BE49-F238E27FC236}">
                <a16:creationId xmlns:a16="http://schemas.microsoft.com/office/drawing/2014/main" id="{7AC75D6D-D8F4-9D39-4217-1F047CE955D1}"/>
              </a:ext>
            </a:extLst>
          </p:cNvPr>
          <p:cNvGrpSpPr/>
          <p:nvPr/>
        </p:nvGrpSpPr>
        <p:grpSpPr>
          <a:xfrm>
            <a:off x="1585980" y="1640934"/>
            <a:ext cx="1713958" cy="856979"/>
            <a:chOff x="3074504" y="1020417"/>
            <a:chExt cx="1260000" cy="468000"/>
          </a:xfrm>
        </p:grpSpPr>
        <p:sp>
          <p:nvSpPr>
            <p:cNvPr id="187" name="Diamond 186">
              <a:extLst>
                <a:ext uri="{FF2B5EF4-FFF2-40B4-BE49-F238E27FC236}">
                  <a16:creationId xmlns:a16="http://schemas.microsoft.com/office/drawing/2014/main" id="{C3DE33B2-4405-5B9D-1C8D-11FAFDA8060B}"/>
                </a:ext>
              </a:extLst>
            </p:cNvPr>
            <p:cNvSpPr/>
            <p:nvPr/>
          </p:nvSpPr>
          <p:spPr>
            <a:xfrm>
              <a:off x="3074504" y="1020417"/>
              <a:ext cx="1260000" cy="468000"/>
            </a:xfrm>
            <a:prstGeom prst="diamond">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sz="1600">
                <a:latin typeface="Arial Narrow" panose="020B0606020202030204" pitchFamily="34" charset="0"/>
              </a:endParaRPr>
            </a:p>
          </p:txBody>
        </p:sp>
        <p:sp>
          <p:nvSpPr>
            <p:cNvPr id="188" name="TextBox 187">
              <a:extLst>
                <a:ext uri="{FF2B5EF4-FFF2-40B4-BE49-F238E27FC236}">
                  <a16:creationId xmlns:a16="http://schemas.microsoft.com/office/drawing/2014/main" id="{390E085D-2BFE-CE57-AE92-57865994F020}"/>
                </a:ext>
              </a:extLst>
            </p:cNvPr>
            <p:cNvSpPr txBox="1"/>
            <p:nvPr/>
          </p:nvSpPr>
          <p:spPr>
            <a:xfrm>
              <a:off x="3347939" y="1159225"/>
              <a:ext cx="713187" cy="184886"/>
            </a:xfrm>
            <a:prstGeom prst="rect">
              <a:avLst/>
            </a:prstGeom>
            <a:noFill/>
          </p:spPr>
          <p:txBody>
            <a:bodyPr wrap="none" rtlCol="0" anchor="ctr">
              <a:spAutoFit/>
            </a:bodyPr>
            <a:lstStyle/>
            <a:p>
              <a:pPr algn="ctr"/>
              <a:r>
                <a:rPr lang="en-US" sz="1600" dirty="0">
                  <a:latin typeface="Consolas" panose="020B0609020204030204" pitchFamily="49" charset="0"/>
                  <a:cs typeface="Consolas" panose="020B0609020204030204" pitchFamily="49" charset="0"/>
                </a:rPr>
                <a:t>Consist</a:t>
              </a:r>
              <a:endParaRPr lang="en-SG" sz="1600" dirty="0">
                <a:latin typeface="Consolas" panose="020B0609020204030204" pitchFamily="49" charset="0"/>
                <a:cs typeface="Consolas" panose="020B0609020204030204" pitchFamily="49" charset="0"/>
              </a:endParaRPr>
            </a:p>
          </p:txBody>
        </p:sp>
      </p:grpSp>
      <p:cxnSp>
        <p:nvCxnSpPr>
          <p:cNvPr id="192" name="Straight Connector 191">
            <a:extLst>
              <a:ext uri="{FF2B5EF4-FFF2-40B4-BE49-F238E27FC236}">
                <a16:creationId xmlns:a16="http://schemas.microsoft.com/office/drawing/2014/main" id="{3214373B-AC56-EEFD-5BEC-6812606B2445}"/>
              </a:ext>
            </a:extLst>
          </p:cNvPr>
          <p:cNvCxnSpPr>
            <a:cxnSpLocks/>
            <a:stCxn id="60" idx="0"/>
            <a:endCxn id="187" idx="2"/>
          </p:cNvCxnSpPr>
          <p:nvPr/>
        </p:nvCxnSpPr>
        <p:spPr>
          <a:xfrm flipV="1">
            <a:off x="2436079" y="2497913"/>
            <a:ext cx="6880" cy="3354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 name="Straight Connector 57">
            <a:extLst>
              <a:ext uri="{FF2B5EF4-FFF2-40B4-BE49-F238E27FC236}">
                <a16:creationId xmlns:a16="http://schemas.microsoft.com/office/drawing/2014/main" id="{4CCB1BD3-5A55-FF1E-32E8-F77634D4FF04}"/>
              </a:ext>
            </a:extLst>
          </p:cNvPr>
          <p:cNvCxnSpPr>
            <a:cxnSpLocks/>
            <a:stCxn id="111" idx="2"/>
            <a:endCxn id="5" idx="1"/>
          </p:cNvCxnSpPr>
          <p:nvPr/>
        </p:nvCxnSpPr>
        <p:spPr>
          <a:xfrm rot="16200000" flipH="1">
            <a:off x="810199" y="4598015"/>
            <a:ext cx="1198559" cy="858159"/>
          </a:xfrm>
          <a:prstGeom prst="bentConnector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17FBE0B-0476-A330-54EB-1A2733A3E767}"/>
              </a:ext>
            </a:extLst>
          </p:cNvPr>
          <p:cNvCxnSpPr>
            <a:cxnSpLocks/>
            <a:stCxn id="111" idx="0"/>
            <a:endCxn id="108" idx="2"/>
          </p:cNvCxnSpPr>
          <p:nvPr/>
        </p:nvCxnSpPr>
        <p:spPr>
          <a:xfrm flipH="1" flipV="1">
            <a:off x="978961" y="1190784"/>
            <a:ext cx="1438" cy="23800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0A734EF9-B7D0-93F4-1A9B-02B986C4E951}"/>
              </a:ext>
            </a:extLst>
          </p:cNvPr>
          <p:cNvGrpSpPr/>
          <p:nvPr/>
        </p:nvGrpSpPr>
        <p:grpSpPr>
          <a:xfrm>
            <a:off x="2436080" y="2553617"/>
            <a:ext cx="2699421" cy="279701"/>
            <a:chOff x="2550465" y="2669946"/>
            <a:chExt cx="2834934" cy="293742"/>
          </a:xfrm>
        </p:grpSpPr>
        <p:cxnSp>
          <p:nvCxnSpPr>
            <p:cNvPr id="71" name="Straight Connector 70">
              <a:extLst>
                <a:ext uri="{FF2B5EF4-FFF2-40B4-BE49-F238E27FC236}">
                  <a16:creationId xmlns:a16="http://schemas.microsoft.com/office/drawing/2014/main" id="{3C8CEC05-CD29-AEE2-F675-12F49A2E1BA2}"/>
                </a:ext>
              </a:extLst>
            </p:cNvPr>
            <p:cNvCxnSpPr>
              <a:cxnSpLocks/>
              <a:stCxn id="60" idx="0"/>
              <a:endCxn id="114" idx="1"/>
            </p:cNvCxnSpPr>
            <p:nvPr/>
          </p:nvCxnSpPr>
          <p:spPr>
            <a:xfrm flipV="1">
              <a:off x="2550464" y="2682543"/>
              <a:ext cx="2834934" cy="2811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CF95E7C2-2CD1-8086-DCBD-237CEDCD4535}"/>
                </a:ext>
              </a:extLst>
            </p:cNvPr>
            <p:cNvSpPr/>
            <p:nvPr/>
          </p:nvSpPr>
          <p:spPr>
            <a:xfrm>
              <a:off x="4465689" y="2669946"/>
              <a:ext cx="216000" cy="21600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p>
          </p:txBody>
        </p:sp>
      </p:grpSp>
      <p:grpSp>
        <p:nvGrpSpPr>
          <p:cNvPr id="35" name="Group 34">
            <a:extLst>
              <a:ext uri="{FF2B5EF4-FFF2-40B4-BE49-F238E27FC236}">
                <a16:creationId xmlns:a16="http://schemas.microsoft.com/office/drawing/2014/main" id="{5FAB65C8-8D27-0E18-A374-78A3831E68BC}"/>
              </a:ext>
            </a:extLst>
          </p:cNvPr>
          <p:cNvGrpSpPr/>
          <p:nvPr/>
        </p:nvGrpSpPr>
        <p:grpSpPr>
          <a:xfrm>
            <a:off x="6849458" y="2565612"/>
            <a:ext cx="1821328" cy="686478"/>
            <a:chOff x="7185398" y="2682546"/>
            <a:chExt cx="1912760" cy="720941"/>
          </a:xfrm>
        </p:grpSpPr>
        <p:cxnSp>
          <p:nvCxnSpPr>
            <p:cNvPr id="73" name="Straight Connector 72">
              <a:extLst>
                <a:ext uri="{FF2B5EF4-FFF2-40B4-BE49-F238E27FC236}">
                  <a16:creationId xmlns:a16="http://schemas.microsoft.com/office/drawing/2014/main" id="{4791266E-A7C0-5BCC-FE3E-7C1B4A21B035}"/>
                </a:ext>
              </a:extLst>
            </p:cNvPr>
            <p:cNvCxnSpPr>
              <a:cxnSpLocks/>
              <a:stCxn id="114" idx="3"/>
              <a:endCxn id="133" idx="1"/>
            </p:cNvCxnSpPr>
            <p:nvPr/>
          </p:nvCxnSpPr>
          <p:spPr>
            <a:xfrm>
              <a:off x="7185398" y="2682546"/>
              <a:ext cx="1912760" cy="72094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54068AC1-3245-F8BF-DD5C-19A90118F320}"/>
                </a:ext>
              </a:extLst>
            </p:cNvPr>
            <p:cNvSpPr/>
            <p:nvPr/>
          </p:nvSpPr>
          <p:spPr>
            <a:xfrm>
              <a:off x="7677312" y="2810940"/>
              <a:ext cx="216000" cy="21600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p>
          </p:txBody>
        </p:sp>
      </p:grpSp>
      <p:cxnSp>
        <p:nvCxnSpPr>
          <p:cNvPr id="36" name="Straight Connector 57">
            <a:extLst>
              <a:ext uri="{FF2B5EF4-FFF2-40B4-BE49-F238E27FC236}">
                <a16:creationId xmlns:a16="http://schemas.microsoft.com/office/drawing/2014/main" id="{32FF90E9-D27A-A627-2C9D-C6EBD112ED22}"/>
              </a:ext>
            </a:extLst>
          </p:cNvPr>
          <p:cNvCxnSpPr>
            <a:cxnSpLocks/>
            <a:stCxn id="98" idx="2"/>
            <a:endCxn id="31" idx="0"/>
          </p:cNvCxnSpPr>
          <p:nvPr/>
        </p:nvCxnSpPr>
        <p:spPr>
          <a:xfrm rot="5400000">
            <a:off x="5059753" y="528634"/>
            <a:ext cx="1327822" cy="2722144"/>
          </a:xfrm>
          <a:prstGeom prst="bentConnector3">
            <a:avLst>
              <a:gd name="adj1" fmla="val 34830"/>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57">
            <a:extLst>
              <a:ext uri="{FF2B5EF4-FFF2-40B4-BE49-F238E27FC236}">
                <a16:creationId xmlns:a16="http://schemas.microsoft.com/office/drawing/2014/main" id="{9F48BBF1-BA01-5FD5-9A22-AD72C59F3B89}"/>
              </a:ext>
            </a:extLst>
          </p:cNvPr>
          <p:cNvCxnSpPr>
            <a:cxnSpLocks/>
            <a:stCxn id="68" idx="4"/>
            <a:endCxn id="32" idx="0"/>
          </p:cNvCxnSpPr>
          <p:nvPr/>
        </p:nvCxnSpPr>
        <p:spPr>
          <a:xfrm rot="5400000">
            <a:off x="6685804" y="1952264"/>
            <a:ext cx="1470500" cy="715"/>
          </a:xfrm>
          <a:prstGeom prst="bentConnector3">
            <a:avLst>
              <a:gd name="adj1"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Oval 67">
            <a:extLst>
              <a:ext uri="{FF2B5EF4-FFF2-40B4-BE49-F238E27FC236}">
                <a16:creationId xmlns:a16="http://schemas.microsoft.com/office/drawing/2014/main" id="{1EEA4B4A-8D41-2231-0F63-8E5242520717}"/>
              </a:ext>
            </a:extLst>
          </p:cNvPr>
          <p:cNvSpPr/>
          <p:nvPr/>
        </p:nvSpPr>
        <p:spPr>
          <a:xfrm>
            <a:off x="7318573" y="1011696"/>
            <a:ext cx="205675" cy="205675"/>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p>
        </p:txBody>
      </p:sp>
      <p:sp>
        <p:nvSpPr>
          <p:cNvPr id="70" name="Oval 69">
            <a:extLst>
              <a:ext uri="{FF2B5EF4-FFF2-40B4-BE49-F238E27FC236}">
                <a16:creationId xmlns:a16="http://schemas.microsoft.com/office/drawing/2014/main" id="{3A06949A-6099-8012-F112-159F7E7EEE28}"/>
              </a:ext>
            </a:extLst>
          </p:cNvPr>
          <p:cNvSpPr/>
          <p:nvPr/>
        </p:nvSpPr>
        <p:spPr>
          <a:xfrm>
            <a:off x="6997948" y="394414"/>
            <a:ext cx="205675" cy="205675"/>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p>
        </p:txBody>
      </p:sp>
      <p:cxnSp>
        <p:nvCxnSpPr>
          <p:cNvPr id="9" name="Straight Connector 8">
            <a:extLst>
              <a:ext uri="{FF2B5EF4-FFF2-40B4-BE49-F238E27FC236}">
                <a16:creationId xmlns:a16="http://schemas.microsoft.com/office/drawing/2014/main" id="{C9465423-FCFF-04FF-F96F-A3098F52336F}"/>
              </a:ext>
            </a:extLst>
          </p:cNvPr>
          <p:cNvCxnSpPr>
            <a:cxnSpLocks/>
          </p:cNvCxnSpPr>
          <p:nvPr/>
        </p:nvCxnSpPr>
        <p:spPr>
          <a:xfrm flipH="1">
            <a:off x="6603739" y="497251"/>
            <a:ext cx="39420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0B3957CC-040C-AED0-07A7-8FC16C714404}"/>
              </a:ext>
            </a:extLst>
          </p:cNvPr>
          <p:cNvGrpSpPr/>
          <p:nvPr/>
        </p:nvGrpSpPr>
        <p:grpSpPr>
          <a:xfrm>
            <a:off x="3524113" y="298525"/>
            <a:ext cx="5295524" cy="1051143"/>
            <a:chOff x="3693118" y="301647"/>
            <a:chExt cx="5561364" cy="1103911"/>
          </a:xfrm>
        </p:grpSpPr>
        <p:grpSp>
          <p:nvGrpSpPr>
            <p:cNvPr id="84" name="Group 83">
              <a:extLst>
                <a:ext uri="{FF2B5EF4-FFF2-40B4-BE49-F238E27FC236}">
                  <a16:creationId xmlns:a16="http://schemas.microsoft.com/office/drawing/2014/main" id="{A6D1EF1C-4EB0-3421-F0F5-D58D5C7898DB}"/>
                </a:ext>
              </a:extLst>
            </p:cNvPr>
            <p:cNvGrpSpPr/>
            <p:nvPr/>
          </p:nvGrpSpPr>
          <p:grpSpPr>
            <a:xfrm>
              <a:off x="5650471" y="403979"/>
              <a:ext cx="1260000" cy="900000"/>
              <a:chOff x="3074504" y="1020417"/>
              <a:chExt cx="1260000" cy="467999"/>
            </a:xfrm>
          </p:grpSpPr>
          <p:sp>
            <p:nvSpPr>
              <p:cNvPr id="101" name="Rectangle 100">
                <a:extLst>
                  <a:ext uri="{FF2B5EF4-FFF2-40B4-BE49-F238E27FC236}">
                    <a16:creationId xmlns:a16="http://schemas.microsoft.com/office/drawing/2014/main" id="{74402FB8-0A45-B805-3062-0D9088B5F1D8}"/>
                  </a:ext>
                </a:extLst>
              </p:cNvPr>
              <p:cNvSpPr/>
              <p:nvPr/>
            </p:nvSpPr>
            <p:spPr>
              <a:xfrm>
                <a:off x="3074504" y="1020417"/>
                <a:ext cx="1260000" cy="467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sz="1600" dirty="0">
                  <a:latin typeface="Arial Narrow" panose="020B0606020202030204" pitchFamily="34" charset="0"/>
                </a:endParaRPr>
              </a:p>
            </p:txBody>
          </p:sp>
          <p:sp>
            <p:nvSpPr>
              <p:cNvPr id="102" name="TextBox 101">
                <a:extLst>
                  <a:ext uri="{FF2B5EF4-FFF2-40B4-BE49-F238E27FC236}">
                    <a16:creationId xmlns:a16="http://schemas.microsoft.com/office/drawing/2014/main" id="{C1BDAF03-B0D0-4B40-01CA-CCEDAB8A8888}"/>
                  </a:ext>
                </a:extLst>
              </p:cNvPr>
              <p:cNvSpPr txBox="1"/>
              <p:nvPr/>
            </p:nvSpPr>
            <p:spPr>
              <a:xfrm>
                <a:off x="3195114" y="1146585"/>
                <a:ext cx="1018839" cy="184885"/>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Results</a:t>
                </a:r>
              </a:p>
            </p:txBody>
          </p:sp>
        </p:grpSp>
        <p:grpSp>
          <p:nvGrpSpPr>
            <p:cNvPr id="85" name="Group 84">
              <a:extLst>
                <a:ext uri="{FF2B5EF4-FFF2-40B4-BE49-F238E27FC236}">
                  <a16:creationId xmlns:a16="http://schemas.microsoft.com/office/drawing/2014/main" id="{140E6398-6B7A-DFDE-547F-C37D97B74BD5}"/>
                </a:ext>
              </a:extLst>
            </p:cNvPr>
            <p:cNvGrpSpPr/>
            <p:nvPr/>
          </p:nvGrpSpPr>
          <p:grpSpPr>
            <a:xfrm rot="16200000">
              <a:off x="7468912" y="157227"/>
              <a:ext cx="973819" cy="1262660"/>
              <a:chOff x="7972291" y="3821122"/>
              <a:chExt cx="973819" cy="1262660"/>
            </a:xfrm>
          </p:grpSpPr>
          <p:sp>
            <p:nvSpPr>
              <p:cNvPr id="98" name="Oval 97">
                <a:extLst>
                  <a:ext uri="{FF2B5EF4-FFF2-40B4-BE49-F238E27FC236}">
                    <a16:creationId xmlns:a16="http://schemas.microsoft.com/office/drawing/2014/main" id="{8522B63B-AEF4-0FC4-EC8B-641F5C8BDF66}"/>
                  </a:ext>
                </a:extLst>
              </p:cNvPr>
              <p:cNvSpPr/>
              <p:nvPr/>
            </p:nvSpPr>
            <p:spPr>
              <a:xfrm>
                <a:off x="7972291" y="3821122"/>
                <a:ext cx="216000" cy="21600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100" name="Rectangle 99">
                <a:extLst>
                  <a:ext uri="{FF2B5EF4-FFF2-40B4-BE49-F238E27FC236}">
                    <a16:creationId xmlns:a16="http://schemas.microsoft.com/office/drawing/2014/main" id="{93D426B4-A6F4-B49B-2088-2D6B8E3E8B76}"/>
                  </a:ext>
                </a:extLst>
              </p:cNvPr>
              <p:cNvSpPr/>
              <p:nvPr/>
            </p:nvSpPr>
            <p:spPr>
              <a:xfrm rot="5400000">
                <a:off x="8213560" y="4351232"/>
                <a:ext cx="10331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Penalty</a:t>
                </a:r>
              </a:p>
            </p:txBody>
          </p:sp>
        </p:grpSp>
        <p:grpSp>
          <p:nvGrpSpPr>
            <p:cNvPr id="86" name="Group 85">
              <a:extLst>
                <a:ext uri="{FF2B5EF4-FFF2-40B4-BE49-F238E27FC236}">
                  <a16:creationId xmlns:a16="http://schemas.microsoft.com/office/drawing/2014/main" id="{AC2AEAF8-B47E-0C97-E6B8-5B79861FCFD2}"/>
                </a:ext>
              </a:extLst>
            </p:cNvPr>
            <p:cNvGrpSpPr/>
            <p:nvPr/>
          </p:nvGrpSpPr>
          <p:grpSpPr>
            <a:xfrm rot="16200000">
              <a:off x="7866480" y="17556"/>
              <a:ext cx="432000" cy="2344004"/>
              <a:chOff x="8514136" y="3407116"/>
              <a:chExt cx="432000" cy="2344004"/>
            </a:xfrm>
          </p:grpSpPr>
          <p:sp>
            <p:nvSpPr>
              <p:cNvPr id="92" name="Oval 91">
                <a:extLst>
                  <a:ext uri="{FF2B5EF4-FFF2-40B4-BE49-F238E27FC236}">
                    <a16:creationId xmlns:a16="http://schemas.microsoft.com/office/drawing/2014/main" id="{4BF3473D-A4DE-41B8-D764-7A6B86E39760}"/>
                  </a:ext>
                </a:extLst>
              </p:cNvPr>
              <p:cNvSpPr/>
              <p:nvPr/>
            </p:nvSpPr>
            <p:spPr>
              <a:xfrm>
                <a:off x="8636161" y="4546898"/>
                <a:ext cx="216000" cy="216000"/>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93" name="Straight Connector 92">
                <a:extLst>
                  <a:ext uri="{FF2B5EF4-FFF2-40B4-BE49-F238E27FC236}">
                    <a16:creationId xmlns:a16="http://schemas.microsoft.com/office/drawing/2014/main" id="{FA734535-4A26-0D5D-8098-E62B6ADBA4F5}"/>
                  </a:ext>
                </a:extLst>
              </p:cNvPr>
              <p:cNvCxnSpPr>
                <a:cxnSpLocks/>
                <a:stCxn id="92" idx="0"/>
              </p:cNvCxnSpPr>
              <p:nvPr/>
            </p:nvCxnSpPr>
            <p:spPr>
              <a:xfrm rot="5400000" flipH="1">
                <a:off x="8173307" y="3976019"/>
                <a:ext cx="1139783" cy="19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7" name="Rectangle 96">
                <a:extLst>
                  <a:ext uri="{FF2B5EF4-FFF2-40B4-BE49-F238E27FC236}">
                    <a16:creationId xmlns:a16="http://schemas.microsoft.com/office/drawing/2014/main" id="{41489240-15CA-7D72-5ED5-29950AF87CF1}"/>
                  </a:ext>
                </a:extLst>
              </p:cNvPr>
              <p:cNvSpPr/>
              <p:nvPr/>
            </p:nvSpPr>
            <p:spPr>
              <a:xfrm rot="5400000">
                <a:off x="8210921" y="5015905"/>
                <a:ext cx="103843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Rank</a:t>
                </a:r>
              </a:p>
            </p:txBody>
          </p:sp>
        </p:grpSp>
        <p:grpSp>
          <p:nvGrpSpPr>
            <p:cNvPr id="87" name="Group 86">
              <a:extLst>
                <a:ext uri="{FF2B5EF4-FFF2-40B4-BE49-F238E27FC236}">
                  <a16:creationId xmlns:a16="http://schemas.microsoft.com/office/drawing/2014/main" id="{DB195692-1AFA-5B0A-A1A0-C723F971EB78}"/>
                </a:ext>
              </a:extLst>
            </p:cNvPr>
            <p:cNvGrpSpPr/>
            <p:nvPr/>
          </p:nvGrpSpPr>
          <p:grpSpPr>
            <a:xfrm rot="16200000">
              <a:off x="7358394" y="189561"/>
              <a:ext cx="432000" cy="1327845"/>
              <a:chOff x="8514145" y="3407114"/>
              <a:chExt cx="432000" cy="1327845"/>
            </a:xfrm>
          </p:grpSpPr>
          <p:sp>
            <p:nvSpPr>
              <p:cNvPr id="89" name="Oval 88">
                <a:extLst>
                  <a:ext uri="{FF2B5EF4-FFF2-40B4-BE49-F238E27FC236}">
                    <a16:creationId xmlns:a16="http://schemas.microsoft.com/office/drawing/2014/main" id="{73B8DF54-9273-1C71-3C22-4EACFE845652}"/>
                  </a:ext>
                </a:extLst>
              </p:cNvPr>
              <p:cNvSpPr/>
              <p:nvPr/>
            </p:nvSpPr>
            <p:spPr>
              <a:xfrm>
                <a:off x="8634212" y="3821113"/>
                <a:ext cx="216000" cy="216000"/>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90" name="Straight Connector 89">
                <a:extLst>
                  <a:ext uri="{FF2B5EF4-FFF2-40B4-BE49-F238E27FC236}">
                    <a16:creationId xmlns:a16="http://schemas.microsoft.com/office/drawing/2014/main" id="{E985CA0F-B728-A3BB-EBE1-BC333B4720FA}"/>
                  </a:ext>
                </a:extLst>
              </p:cNvPr>
              <p:cNvCxnSpPr>
                <a:cxnSpLocks/>
              </p:cNvCxnSpPr>
              <p:nvPr/>
            </p:nvCxnSpPr>
            <p:spPr>
              <a:xfrm rot="5400000" flipH="1">
                <a:off x="8535213" y="3614114"/>
                <a:ext cx="41399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Rectangle 90">
                <a:extLst>
                  <a:ext uri="{FF2B5EF4-FFF2-40B4-BE49-F238E27FC236}">
                    <a16:creationId xmlns:a16="http://schemas.microsoft.com/office/drawing/2014/main" id="{AB644291-7D42-CA27-A873-9B2290BC4E39}"/>
                  </a:ext>
                </a:extLst>
              </p:cNvPr>
              <p:cNvSpPr/>
              <p:nvPr/>
            </p:nvSpPr>
            <p:spPr>
              <a:xfrm rot="5400000">
                <a:off x="8381222" y="4170037"/>
                <a:ext cx="697845"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Time</a:t>
                </a:r>
              </a:p>
            </p:txBody>
          </p:sp>
        </p:grpSp>
        <p:grpSp>
          <p:nvGrpSpPr>
            <p:cNvPr id="183" name="Group 182">
              <a:extLst>
                <a:ext uri="{FF2B5EF4-FFF2-40B4-BE49-F238E27FC236}">
                  <a16:creationId xmlns:a16="http://schemas.microsoft.com/office/drawing/2014/main" id="{F553E036-1C01-3986-EBFA-A18E758CB6BE}"/>
                </a:ext>
              </a:extLst>
            </p:cNvPr>
            <p:cNvGrpSpPr/>
            <p:nvPr/>
          </p:nvGrpSpPr>
          <p:grpSpPr>
            <a:xfrm rot="5400000">
              <a:off x="4459051" y="-310463"/>
              <a:ext cx="432000" cy="1954763"/>
              <a:chOff x="5682218" y="4544870"/>
              <a:chExt cx="432000" cy="1954763"/>
            </a:xfrm>
          </p:grpSpPr>
          <p:sp>
            <p:nvSpPr>
              <p:cNvPr id="180" name="Oval 179">
                <a:extLst>
                  <a:ext uri="{FF2B5EF4-FFF2-40B4-BE49-F238E27FC236}">
                    <a16:creationId xmlns:a16="http://schemas.microsoft.com/office/drawing/2014/main" id="{94E668E6-1924-5F9D-EFAC-ED33DBEA4BBC}"/>
                  </a:ext>
                </a:extLst>
              </p:cNvPr>
              <p:cNvSpPr/>
              <p:nvPr/>
            </p:nvSpPr>
            <p:spPr>
              <a:xfrm>
                <a:off x="5776456" y="4996837"/>
                <a:ext cx="216000" cy="216000"/>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181" name="Straight Connector 180">
                <a:extLst>
                  <a:ext uri="{FF2B5EF4-FFF2-40B4-BE49-F238E27FC236}">
                    <a16:creationId xmlns:a16="http://schemas.microsoft.com/office/drawing/2014/main" id="{989B907C-8321-4FCC-B6F4-EB8894D6F7A4}"/>
                  </a:ext>
                </a:extLst>
              </p:cNvPr>
              <p:cNvCxnSpPr>
                <a:cxnSpLocks/>
              </p:cNvCxnSpPr>
              <p:nvPr/>
            </p:nvCxnSpPr>
            <p:spPr>
              <a:xfrm flipV="1">
                <a:off x="5884456" y="4544870"/>
                <a:ext cx="0" cy="451967"/>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82" name="Rectangle 181">
                <a:extLst>
                  <a:ext uri="{FF2B5EF4-FFF2-40B4-BE49-F238E27FC236}">
                    <a16:creationId xmlns:a16="http://schemas.microsoft.com/office/drawing/2014/main" id="{D2279B5D-160B-9EDA-8F57-3BEF63849C79}"/>
                  </a:ext>
                </a:extLst>
              </p:cNvPr>
              <p:cNvSpPr/>
              <p:nvPr/>
            </p:nvSpPr>
            <p:spPr>
              <a:xfrm rot="16200000">
                <a:off x="5268218" y="5653633"/>
                <a:ext cx="1260000" cy="43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Aggregate Time</a:t>
                </a:r>
              </a:p>
            </p:txBody>
          </p:sp>
        </p:grpSp>
        <p:grpSp>
          <p:nvGrpSpPr>
            <p:cNvPr id="15" name="Group 14">
              <a:extLst>
                <a:ext uri="{FF2B5EF4-FFF2-40B4-BE49-F238E27FC236}">
                  <a16:creationId xmlns:a16="http://schemas.microsoft.com/office/drawing/2014/main" id="{6D4C33AC-AD49-A4EA-8FC5-E8F05A9A078D}"/>
                </a:ext>
              </a:extLst>
            </p:cNvPr>
            <p:cNvGrpSpPr/>
            <p:nvPr/>
          </p:nvGrpSpPr>
          <p:grpSpPr>
            <a:xfrm>
              <a:off x="3693118" y="869455"/>
              <a:ext cx="1954762" cy="432000"/>
              <a:chOff x="3850070" y="719327"/>
              <a:chExt cx="1954762" cy="432000"/>
            </a:xfrm>
          </p:grpSpPr>
          <p:sp>
            <p:nvSpPr>
              <p:cNvPr id="10" name="Oval 9">
                <a:extLst>
                  <a:ext uri="{FF2B5EF4-FFF2-40B4-BE49-F238E27FC236}">
                    <a16:creationId xmlns:a16="http://schemas.microsoft.com/office/drawing/2014/main" id="{C7C9F4A5-DA17-B15E-6004-550179748900}"/>
                  </a:ext>
                </a:extLst>
              </p:cNvPr>
              <p:cNvSpPr/>
              <p:nvPr/>
            </p:nvSpPr>
            <p:spPr>
              <a:xfrm rot="5400000">
                <a:off x="5136866" y="813565"/>
                <a:ext cx="216000" cy="216000"/>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12" name="Straight Connector 11">
                <a:extLst>
                  <a:ext uri="{FF2B5EF4-FFF2-40B4-BE49-F238E27FC236}">
                    <a16:creationId xmlns:a16="http://schemas.microsoft.com/office/drawing/2014/main" id="{258F04D1-A425-C891-A815-CA35A4CD991F}"/>
                  </a:ext>
                </a:extLst>
              </p:cNvPr>
              <p:cNvCxnSpPr>
                <a:cxnSpLocks/>
              </p:cNvCxnSpPr>
              <p:nvPr/>
            </p:nvCxnSpPr>
            <p:spPr>
              <a:xfrm rot="5400000" flipV="1">
                <a:off x="5578849" y="695581"/>
                <a:ext cx="0" cy="451967"/>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4A5ED563-39D9-DB96-104C-9662E5AC7D21}"/>
                  </a:ext>
                </a:extLst>
              </p:cNvPr>
              <p:cNvSpPr/>
              <p:nvPr/>
            </p:nvSpPr>
            <p:spPr>
              <a:xfrm>
                <a:off x="3850070" y="719327"/>
                <a:ext cx="1260000" cy="43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Bonus</a:t>
                </a:r>
              </a:p>
            </p:txBody>
          </p:sp>
        </p:grpSp>
      </p:grpSp>
      <p:grpSp>
        <p:nvGrpSpPr>
          <p:cNvPr id="24" name="Group 23">
            <a:extLst>
              <a:ext uri="{FF2B5EF4-FFF2-40B4-BE49-F238E27FC236}">
                <a16:creationId xmlns:a16="http://schemas.microsoft.com/office/drawing/2014/main" id="{DB3499BB-0E40-E1B3-391C-9FB834C3BD1B}"/>
              </a:ext>
            </a:extLst>
          </p:cNvPr>
          <p:cNvGrpSpPr/>
          <p:nvPr/>
        </p:nvGrpSpPr>
        <p:grpSpPr>
          <a:xfrm>
            <a:off x="5603900" y="5846280"/>
            <a:ext cx="1713958" cy="856979"/>
            <a:chOff x="3074504" y="1020417"/>
            <a:chExt cx="1260000" cy="468000"/>
          </a:xfrm>
        </p:grpSpPr>
        <p:sp>
          <p:nvSpPr>
            <p:cNvPr id="25" name="Diamond 24">
              <a:extLst>
                <a:ext uri="{FF2B5EF4-FFF2-40B4-BE49-F238E27FC236}">
                  <a16:creationId xmlns:a16="http://schemas.microsoft.com/office/drawing/2014/main" id="{54DDAD76-3FF0-4D1A-580A-86FF8D937BEC}"/>
                </a:ext>
              </a:extLst>
            </p:cNvPr>
            <p:cNvSpPr/>
            <p:nvPr/>
          </p:nvSpPr>
          <p:spPr>
            <a:xfrm>
              <a:off x="3074504" y="1020417"/>
              <a:ext cx="1260000" cy="468000"/>
            </a:xfrm>
            <a:prstGeom prst="diamond">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sz="1600">
                <a:latin typeface="Arial Narrow" panose="020B0606020202030204" pitchFamily="34" charset="0"/>
              </a:endParaRPr>
            </a:p>
          </p:txBody>
        </p:sp>
        <p:sp>
          <p:nvSpPr>
            <p:cNvPr id="27" name="TextBox 26">
              <a:extLst>
                <a:ext uri="{FF2B5EF4-FFF2-40B4-BE49-F238E27FC236}">
                  <a16:creationId xmlns:a16="http://schemas.microsoft.com/office/drawing/2014/main" id="{856DCF10-2405-9658-8E6A-12D9BAD8E35B}"/>
                </a:ext>
              </a:extLst>
            </p:cNvPr>
            <p:cNvSpPr txBox="1"/>
            <p:nvPr/>
          </p:nvSpPr>
          <p:spPr>
            <a:xfrm>
              <a:off x="3512912" y="1159225"/>
              <a:ext cx="383227" cy="184886"/>
            </a:xfrm>
            <a:prstGeom prst="rect">
              <a:avLst/>
            </a:prstGeom>
            <a:noFill/>
          </p:spPr>
          <p:txBody>
            <a:bodyPr wrap="none" rtlCol="0" anchor="ctr">
              <a:spAutoFit/>
            </a:bodyPr>
            <a:lstStyle/>
            <a:p>
              <a:pPr algn="ctr"/>
              <a:r>
                <a:rPr lang="en-US" sz="1600" dirty="0">
                  <a:latin typeface="Consolas" panose="020B0609020204030204" pitchFamily="49" charset="0"/>
                  <a:cs typeface="Consolas" panose="020B0609020204030204" pitchFamily="49" charset="0"/>
                </a:rPr>
                <a:t>Has</a:t>
              </a:r>
              <a:endParaRPr lang="en-SG" sz="1600" dirty="0">
                <a:latin typeface="Consolas" panose="020B0609020204030204" pitchFamily="49" charset="0"/>
                <a:cs typeface="Consolas" panose="020B0609020204030204" pitchFamily="49" charset="0"/>
              </a:endParaRPr>
            </a:p>
          </p:txBody>
        </p:sp>
      </p:grpSp>
      <p:cxnSp>
        <p:nvCxnSpPr>
          <p:cNvPr id="28" name="Straight Connector 27">
            <a:extLst>
              <a:ext uri="{FF2B5EF4-FFF2-40B4-BE49-F238E27FC236}">
                <a16:creationId xmlns:a16="http://schemas.microsoft.com/office/drawing/2014/main" id="{78ACD3E6-8D0F-12BE-5072-AF6B85BE7214}"/>
              </a:ext>
            </a:extLst>
          </p:cNvPr>
          <p:cNvCxnSpPr>
            <a:cxnSpLocks/>
            <a:stCxn id="141" idx="1"/>
            <a:endCxn id="25" idx="3"/>
          </p:cNvCxnSpPr>
          <p:nvPr/>
        </p:nvCxnSpPr>
        <p:spPr>
          <a:xfrm flipH="1">
            <a:off x="7317858" y="6272892"/>
            <a:ext cx="1355727" cy="18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57">
            <a:extLst>
              <a:ext uri="{FF2B5EF4-FFF2-40B4-BE49-F238E27FC236}">
                <a16:creationId xmlns:a16="http://schemas.microsoft.com/office/drawing/2014/main" id="{14A9422C-C3BD-F071-C9A4-C2BC3D1FF5D1}"/>
              </a:ext>
            </a:extLst>
          </p:cNvPr>
          <p:cNvCxnSpPr>
            <a:cxnSpLocks/>
            <a:stCxn id="5" idx="2"/>
            <a:endCxn id="25" idx="1"/>
          </p:cNvCxnSpPr>
          <p:nvPr/>
        </p:nvCxnSpPr>
        <p:spPr>
          <a:xfrm rot="16200000" flipH="1">
            <a:off x="3911218" y="4582088"/>
            <a:ext cx="219906" cy="3165457"/>
          </a:xfrm>
          <a:prstGeom prst="bentConnector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57">
            <a:extLst>
              <a:ext uri="{FF2B5EF4-FFF2-40B4-BE49-F238E27FC236}">
                <a16:creationId xmlns:a16="http://schemas.microsoft.com/office/drawing/2014/main" id="{EBC2999B-F9C9-22D0-E836-19501562D6FA}"/>
              </a:ext>
            </a:extLst>
          </p:cNvPr>
          <p:cNvCxnSpPr>
            <a:cxnSpLocks/>
            <a:stCxn id="187" idx="0"/>
            <a:endCxn id="108" idx="3"/>
          </p:cNvCxnSpPr>
          <p:nvPr/>
        </p:nvCxnSpPr>
        <p:spPr>
          <a:xfrm rot="16200000" flipV="1">
            <a:off x="1571584" y="769558"/>
            <a:ext cx="878639" cy="864113"/>
          </a:xfrm>
          <a:prstGeom prst="bentConnector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792AA5A-03DF-B48B-9B61-827F8F4684AF}"/>
              </a:ext>
            </a:extLst>
          </p:cNvPr>
          <p:cNvSpPr txBox="1"/>
          <p:nvPr/>
        </p:nvSpPr>
        <p:spPr>
          <a:xfrm>
            <a:off x="8065415" y="5415913"/>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(0,n)</a:t>
            </a:r>
          </a:p>
        </p:txBody>
      </p:sp>
      <p:sp>
        <p:nvSpPr>
          <p:cNvPr id="7" name="TextBox 6">
            <a:extLst>
              <a:ext uri="{FF2B5EF4-FFF2-40B4-BE49-F238E27FC236}">
                <a16:creationId xmlns:a16="http://schemas.microsoft.com/office/drawing/2014/main" id="{880C20BC-38E5-FC91-A746-5F45209BF1DB}"/>
              </a:ext>
            </a:extLst>
          </p:cNvPr>
          <p:cNvSpPr txBox="1"/>
          <p:nvPr/>
        </p:nvSpPr>
        <p:spPr>
          <a:xfrm>
            <a:off x="5950960" y="1278245"/>
            <a:ext cx="745717"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(1,1)</a:t>
            </a:r>
          </a:p>
        </p:txBody>
      </p:sp>
      <p:sp>
        <p:nvSpPr>
          <p:cNvPr id="8" name="TextBox 7">
            <a:extLst>
              <a:ext uri="{FF2B5EF4-FFF2-40B4-BE49-F238E27FC236}">
                <a16:creationId xmlns:a16="http://schemas.microsoft.com/office/drawing/2014/main" id="{00AA40A3-7C39-A93C-E8F8-97044E6C5386}"/>
              </a:ext>
            </a:extLst>
          </p:cNvPr>
          <p:cNvSpPr txBox="1"/>
          <p:nvPr/>
        </p:nvSpPr>
        <p:spPr>
          <a:xfrm>
            <a:off x="9670528" y="5452091"/>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(0,n)</a:t>
            </a:r>
          </a:p>
        </p:txBody>
      </p:sp>
      <p:sp>
        <p:nvSpPr>
          <p:cNvPr id="11" name="TextBox 10">
            <a:extLst>
              <a:ext uri="{FF2B5EF4-FFF2-40B4-BE49-F238E27FC236}">
                <a16:creationId xmlns:a16="http://schemas.microsoft.com/office/drawing/2014/main" id="{56B38938-4823-2558-5415-BC355AC73275}"/>
              </a:ext>
            </a:extLst>
          </p:cNvPr>
          <p:cNvSpPr txBox="1"/>
          <p:nvPr/>
        </p:nvSpPr>
        <p:spPr>
          <a:xfrm>
            <a:off x="8509977" y="4227922"/>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(1,1)</a:t>
            </a:r>
          </a:p>
        </p:txBody>
      </p:sp>
      <p:sp>
        <p:nvSpPr>
          <p:cNvPr id="14" name="TextBox 13">
            <a:extLst>
              <a:ext uri="{FF2B5EF4-FFF2-40B4-BE49-F238E27FC236}">
                <a16:creationId xmlns:a16="http://schemas.microsoft.com/office/drawing/2014/main" id="{48097437-30FE-A345-D5C5-D73077C34C5F}"/>
              </a:ext>
            </a:extLst>
          </p:cNvPr>
          <p:cNvSpPr txBox="1"/>
          <p:nvPr/>
        </p:nvSpPr>
        <p:spPr>
          <a:xfrm>
            <a:off x="9332087" y="4232949"/>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(1,1)</a:t>
            </a:r>
          </a:p>
        </p:txBody>
      </p:sp>
      <p:sp>
        <p:nvSpPr>
          <p:cNvPr id="18" name="TextBox 17">
            <a:extLst>
              <a:ext uri="{FF2B5EF4-FFF2-40B4-BE49-F238E27FC236}">
                <a16:creationId xmlns:a16="http://schemas.microsoft.com/office/drawing/2014/main" id="{4E340BB1-DD55-C58E-1E5A-BC36F7A42582}"/>
              </a:ext>
            </a:extLst>
          </p:cNvPr>
          <p:cNvSpPr txBox="1"/>
          <p:nvPr/>
        </p:nvSpPr>
        <p:spPr>
          <a:xfrm>
            <a:off x="2382372" y="6317007"/>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(0,n)</a:t>
            </a:r>
          </a:p>
        </p:txBody>
      </p:sp>
      <p:sp>
        <p:nvSpPr>
          <p:cNvPr id="23" name="TextBox 22">
            <a:extLst>
              <a:ext uri="{FF2B5EF4-FFF2-40B4-BE49-F238E27FC236}">
                <a16:creationId xmlns:a16="http://schemas.microsoft.com/office/drawing/2014/main" id="{5EF86516-6E19-6073-EB96-7D22779EF9A7}"/>
              </a:ext>
            </a:extLst>
          </p:cNvPr>
          <p:cNvSpPr txBox="1"/>
          <p:nvPr/>
        </p:nvSpPr>
        <p:spPr>
          <a:xfrm>
            <a:off x="7914217" y="6317007"/>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(1,1)</a:t>
            </a:r>
          </a:p>
        </p:txBody>
      </p:sp>
      <p:sp>
        <p:nvSpPr>
          <p:cNvPr id="26" name="TextBox 25">
            <a:extLst>
              <a:ext uri="{FF2B5EF4-FFF2-40B4-BE49-F238E27FC236}">
                <a16:creationId xmlns:a16="http://schemas.microsoft.com/office/drawing/2014/main" id="{1BD6A5D2-620E-6671-64F3-084F113DB07E}"/>
              </a:ext>
            </a:extLst>
          </p:cNvPr>
          <p:cNvSpPr txBox="1"/>
          <p:nvPr/>
        </p:nvSpPr>
        <p:spPr>
          <a:xfrm>
            <a:off x="208771" y="1278245"/>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(1,1)</a:t>
            </a:r>
          </a:p>
        </p:txBody>
      </p:sp>
      <p:sp>
        <p:nvSpPr>
          <p:cNvPr id="29" name="TextBox 28">
            <a:extLst>
              <a:ext uri="{FF2B5EF4-FFF2-40B4-BE49-F238E27FC236}">
                <a16:creationId xmlns:a16="http://schemas.microsoft.com/office/drawing/2014/main" id="{4B792F34-D5F3-4E0A-B845-789543368557}"/>
              </a:ext>
            </a:extLst>
          </p:cNvPr>
          <p:cNvSpPr txBox="1"/>
          <p:nvPr/>
        </p:nvSpPr>
        <p:spPr>
          <a:xfrm>
            <a:off x="1053679" y="5621368"/>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(0,n)</a:t>
            </a:r>
          </a:p>
        </p:txBody>
      </p:sp>
      <p:sp>
        <p:nvSpPr>
          <p:cNvPr id="30" name="TextBox 29">
            <a:extLst>
              <a:ext uri="{FF2B5EF4-FFF2-40B4-BE49-F238E27FC236}">
                <a16:creationId xmlns:a16="http://schemas.microsoft.com/office/drawing/2014/main" id="{81A7C956-FDF7-5E79-5DD3-15C297DB0055}"/>
              </a:ext>
            </a:extLst>
          </p:cNvPr>
          <p:cNvSpPr txBox="1"/>
          <p:nvPr/>
        </p:nvSpPr>
        <p:spPr>
          <a:xfrm>
            <a:off x="1723831" y="4845239"/>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(0,n)</a:t>
            </a:r>
          </a:p>
        </p:txBody>
      </p:sp>
      <p:sp>
        <p:nvSpPr>
          <p:cNvPr id="34" name="TextBox 33">
            <a:extLst>
              <a:ext uri="{FF2B5EF4-FFF2-40B4-BE49-F238E27FC236}">
                <a16:creationId xmlns:a16="http://schemas.microsoft.com/office/drawing/2014/main" id="{519E4FB6-C0BB-B8CD-B388-400CEB2E3BC9}"/>
              </a:ext>
            </a:extLst>
          </p:cNvPr>
          <p:cNvSpPr txBox="1"/>
          <p:nvPr/>
        </p:nvSpPr>
        <p:spPr>
          <a:xfrm>
            <a:off x="1636654" y="802254"/>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(1,8)</a:t>
            </a:r>
          </a:p>
        </p:txBody>
      </p:sp>
      <p:sp>
        <p:nvSpPr>
          <p:cNvPr id="63" name="TextBox 62">
            <a:extLst>
              <a:ext uri="{FF2B5EF4-FFF2-40B4-BE49-F238E27FC236}">
                <a16:creationId xmlns:a16="http://schemas.microsoft.com/office/drawing/2014/main" id="{53D4E972-D014-35CE-D696-DACBC8808D7E}"/>
              </a:ext>
            </a:extLst>
          </p:cNvPr>
          <p:cNvSpPr txBox="1"/>
          <p:nvPr/>
        </p:nvSpPr>
        <p:spPr>
          <a:xfrm>
            <a:off x="1718623" y="2467815"/>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(1,1)</a:t>
            </a:r>
          </a:p>
        </p:txBody>
      </p:sp>
      <p:sp>
        <p:nvSpPr>
          <p:cNvPr id="65" name="TextBox 64">
            <a:extLst>
              <a:ext uri="{FF2B5EF4-FFF2-40B4-BE49-F238E27FC236}">
                <a16:creationId xmlns:a16="http://schemas.microsoft.com/office/drawing/2014/main" id="{9A86557D-C7B5-C9B2-5084-4C528E1D4874}"/>
              </a:ext>
            </a:extLst>
          </p:cNvPr>
          <p:cNvSpPr txBox="1"/>
          <p:nvPr/>
        </p:nvSpPr>
        <p:spPr>
          <a:xfrm>
            <a:off x="1748865" y="3733711"/>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(0,1)</a:t>
            </a:r>
          </a:p>
        </p:txBody>
      </p:sp>
      <p:sp>
        <p:nvSpPr>
          <p:cNvPr id="66" name="TextBox 65">
            <a:extLst>
              <a:ext uri="{FF2B5EF4-FFF2-40B4-BE49-F238E27FC236}">
                <a16:creationId xmlns:a16="http://schemas.microsoft.com/office/drawing/2014/main" id="{96B2AE43-CCEB-659D-D4CE-70AB6A9F8BA0}"/>
              </a:ext>
            </a:extLst>
          </p:cNvPr>
          <p:cNvSpPr txBox="1"/>
          <p:nvPr/>
        </p:nvSpPr>
        <p:spPr>
          <a:xfrm>
            <a:off x="3351059" y="3825016"/>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(0,1)</a:t>
            </a:r>
          </a:p>
        </p:txBody>
      </p:sp>
      <p:sp>
        <p:nvSpPr>
          <p:cNvPr id="69" name="TextBox 68">
            <a:extLst>
              <a:ext uri="{FF2B5EF4-FFF2-40B4-BE49-F238E27FC236}">
                <a16:creationId xmlns:a16="http://schemas.microsoft.com/office/drawing/2014/main" id="{75E87F93-1FE3-97E6-E91E-A86D82D9219C}"/>
              </a:ext>
            </a:extLst>
          </p:cNvPr>
          <p:cNvSpPr txBox="1"/>
          <p:nvPr/>
        </p:nvSpPr>
        <p:spPr>
          <a:xfrm>
            <a:off x="3311525" y="2302996"/>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(0,n)</a:t>
            </a:r>
          </a:p>
        </p:txBody>
      </p:sp>
      <p:sp>
        <p:nvSpPr>
          <p:cNvPr id="72" name="TextBox 71">
            <a:extLst>
              <a:ext uri="{FF2B5EF4-FFF2-40B4-BE49-F238E27FC236}">
                <a16:creationId xmlns:a16="http://schemas.microsoft.com/office/drawing/2014/main" id="{9A271587-B369-01BF-F45B-6CF23C5F9DE9}"/>
              </a:ext>
            </a:extLst>
          </p:cNvPr>
          <p:cNvSpPr txBox="1"/>
          <p:nvPr/>
        </p:nvSpPr>
        <p:spPr>
          <a:xfrm>
            <a:off x="7553136" y="2522891"/>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(0,n)</a:t>
            </a:r>
          </a:p>
        </p:txBody>
      </p:sp>
      <p:sp>
        <p:nvSpPr>
          <p:cNvPr id="74" name="TextBox 73">
            <a:extLst>
              <a:ext uri="{FF2B5EF4-FFF2-40B4-BE49-F238E27FC236}">
                <a16:creationId xmlns:a16="http://schemas.microsoft.com/office/drawing/2014/main" id="{E390B7A7-ADC2-A223-E228-BCE43555EC59}"/>
              </a:ext>
            </a:extLst>
          </p:cNvPr>
          <p:cNvSpPr txBox="1"/>
          <p:nvPr/>
        </p:nvSpPr>
        <p:spPr>
          <a:xfrm>
            <a:off x="7517532" y="3660772"/>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(0,n)</a:t>
            </a:r>
          </a:p>
        </p:txBody>
      </p:sp>
      <p:grpSp>
        <p:nvGrpSpPr>
          <p:cNvPr id="103" name="Group 102">
            <a:extLst>
              <a:ext uri="{FF2B5EF4-FFF2-40B4-BE49-F238E27FC236}">
                <a16:creationId xmlns:a16="http://schemas.microsoft.com/office/drawing/2014/main" id="{C57183E4-78BE-1052-1BCA-89FDC0E412D6}"/>
              </a:ext>
            </a:extLst>
          </p:cNvPr>
          <p:cNvGrpSpPr/>
          <p:nvPr/>
        </p:nvGrpSpPr>
        <p:grpSpPr>
          <a:xfrm>
            <a:off x="9870556" y="3536804"/>
            <a:ext cx="1524281" cy="411350"/>
            <a:chOff x="10022956" y="3518348"/>
            <a:chExt cx="1524281" cy="411350"/>
          </a:xfrm>
        </p:grpSpPr>
        <p:sp>
          <p:nvSpPr>
            <p:cNvPr id="81" name="Oval 80">
              <a:extLst>
                <a:ext uri="{FF2B5EF4-FFF2-40B4-BE49-F238E27FC236}">
                  <a16:creationId xmlns:a16="http://schemas.microsoft.com/office/drawing/2014/main" id="{F7DF47CC-5F99-54D3-459E-98DB8C0F6286}"/>
                </a:ext>
              </a:extLst>
            </p:cNvPr>
            <p:cNvSpPr/>
            <p:nvPr/>
          </p:nvSpPr>
          <p:spPr>
            <a:xfrm rot="16200000">
              <a:off x="10417165" y="3609694"/>
              <a:ext cx="205675" cy="205675"/>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83" name="Straight Connector 82">
              <a:extLst>
                <a:ext uri="{FF2B5EF4-FFF2-40B4-BE49-F238E27FC236}">
                  <a16:creationId xmlns:a16="http://schemas.microsoft.com/office/drawing/2014/main" id="{9E72019C-DCEB-D0C1-FB59-0A1A1AAB0584}"/>
                </a:ext>
              </a:extLst>
            </p:cNvPr>
            <p:cNvCxnSpPr>
              <a:cxnSpLocks/>
            </p:cNvCxnSpPr>
            <p:nvPr/>
          </p:nvCxnSpPr>
          <p:spPr>
            <a:xfrm flipH="1">
              <a:off x="10022956" y="3712531"/>
              <a:ext cx="39420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9" name="Rectangle 98">
              <a:extLst>
                <a:ext uri="{FF2B5EF4-FFF2-40B4-BE49-F238E27FC236}">
                  <a16:creationId xmlns:a16="http://schemas.microsoft.com/office/drawing/2014/main" id="{0D84FAE6-5F59-E477-6D77-9A8A3EEF849B}"/>
                </a:ext>
              </a:extLst>
            </p:cNvPr>
            <p:cNvSpPr/>
            <p:nvPr/>
          </p:nvSpPr>
          <p:spPr>
            <a:xfrm>
              <a:off x="10622841" y="3518348"/>
              <a:ext cx="924396" cy="4113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Date</a:t>
              </a:r>
            </a:p>
          </p:txBody>
        </p:sp>
      </p:grpSp>
    </p:spTree>
    <p:extLst>
      <p:ext uri="{BB962C8B-B14F-4D97-AF65-F5344CB8AC3E}">
        <p14:creationId xmlns:p14="http://schemas.microsoft.com/office/powerpoint/2010/main" val="396286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4E4D8-3A36-CD63-1D24-A03F2A626F3B}"/>
            </a:ext>
          </a:extLst>
        </p:cNvPr>
        <p:cNvGrpSpPr/>
        <p:nvPr/>
      </p:nvGrpSpPr>
      <p:grpSpPr>
        <a:xfrm>
          <a:off x="0" y="0"/>
          <a:ext cx="0" cy="0"/>
          <a:chOff x="0" y="0"/>
          <a:chExt cx="0" cy="0"/>
        </a:xfrm>
      </p:grpSpPr>
      <p:grpSp>
        <p:nvGrpSpPr>
          <p:cNvPr id="45" name="Group 44">
            <a:extLst>
              <a:ext uri="{FF2B5EF4-FFF2-40B4-BE49-F238E27FC236}">
                <a16:creationId xmlns:a16="http://schemas.microsoft.com/office/drawing/2014/main" id="{033E347C-854A-BA84-C107-2190F62C537C}"/>
              </a:ext>
            </a:extLst>
          </p:cNvPr>
          <p:cNvGrpSpPr/>
          <p:nvPr/>
        </p:nvGrpSpPr>
        <p:grpSpPr>
          <a:xfrm>
            <a:off x="1838558" y="5100420"/>
            <a:ext cx="3423341" cy="1051163"/>
            <a:chOff x="581019" y="335304"/>
            <a:chExt cx="3595196" cy="1103932"/>
          </a:xfrm>
        </p:grpSpPr>
        <p:grpSp>
          <p:nvGrpSpPr>
            <p:cNvPr id="4" name="Group 3">
              <a:extLst>
                <a:ext uri="{FF2B5EF4-FFF2-40B4-BE49-F238E27FC236}">
                  <a16:creationId xmlns:a16="http://schemas.microsoft.com/office/drawing/2014/main" id="{8FE60075-48B5-4C85-A229-86D8D2115BDE}"/>
                </a:ext>
              </a:extLst>
            </p:cNvPr>
            <p:cNvGrpSpPr/>
            <p:nvPr/>
          </p:nvGrpSpPr>
          <p:grpSpPr>
            <a:xfrm>
              <a:off x="581019" y="437662"/>
              <a:ext cx="1260000" cy="900000"/>
              <a:chOff x="3074504" y="1020417"/>
              <a:chExt cx="1260000" cy="467999"/>
            </a:xfrm>
          </p:grpSpPr>
          <p:sp>
            <p:nvSpPr>
              <p:cNvPr id="5" name="Rectangle 4">
                <a:extLst>
                  <a:ext uri="{FF2B5EF4-FFF2-40B4-BE49-F238E27FC236}">
                    <a16:creationId xmlns:a16="http://schemas.microsoft.com/office/drawing/2014/main" id="{AF6159C4-C179-24D7-8F45-3071BC345B43}"/>
                  </a:ext>
                </a:extLst>
              </p:cNvPr>
              <p:cNvSpPr/>
              <p:nvPr/>
            </p:nvSpPr>
            <p:spPr>
              <a:xfrm>
                <a:off x="3074504" y="1020417"/>
                <a:ext cx="1260000" cy="467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sz="1600" dirty="0">
                  <a:latin typeface="Arial Narrow" panose="020B0606020202030204" pitchFamily="34" charset="0"/>
                </a:endParaRPr>
              </a:p>
            </p:txBody>
          </p:sp>
          <p:sp>
            <p:nvSpPr>
              <p:cNvPr id="6" name="TextBox 5">
                <a:extLst>
                  <a:ext uri="{FF2B5EF4-FFF2-40B4-BE49-F238E27FC236}">
                    <a16:creationId xmlns:a16="http://schemas.microsoft.com/office/drawing/2014/main" id="{2DD452FE-7BC2-6EDC-F0DF-3820CC0BBDE8}"/>
                  </a:ext>
                </a:extLst>
              </p:cNvPr>
              <p:cNvSpPr txBox="1"/>
              <p:nvPr/>
            </p:nvSpPr>
            <p:spPr>
              <a:xfrm>
                <a:off x="3077269" y="1146585"/>
                <a:ext cx="1254526" cy="184885"/>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Countries</a:t>
                </a:r>
              </a:p>
            </p:txBody>
          </p:sp>
        </p:grpSp>
        <p:grpSp>
          <p:nvGrpSpPr>
            <p:cNvPr id="22" name="Group 21">
              <a:extLst>
                <a:ext uri="{FF2B5EF4-FFF2-40B4-BE49-F238E27FC236}">
                  <a16:creationId xmlns:a16="http://schemas.microsoft.com/office/drawing/2014/main" id="{6F64C5AB-AB2C-5E39-705D-F0025425FBDF}"/>
                </a:ext>
              </a:extLst>
            </p:cNvPr>
            <p:cNvGrpSpPr/>
            <p:nvPr/>
          </p:nvGrpSpPr>
          <p:grpSpPr>
            <a:xfrm rot="16200000">
              <a:off x="2304790" y="-128467"/>
              <a:ext cx="432000" cy="1359542"/>
              <a:chOff x="8514144" y="3407114"/>
              <a:chExt cx="432000" cy="1359542"/>
            </a:xfrm>
          </p:grpSpPr>
          <p:sp>
            <p:nvSpPr>
              <p:cNvPr id="19" name="Oval 18">
                <a:extLst>
                  <a:ext uri="{FF2B5EF4-FFF2-40B4-BE49-F238E27FC236}">
                    <a16:creationId xmlns:a16="http://schemas.microsoft.com/office/drawing/2014/main" id="{5D200D50-3199-85A4-AD33-0FBF4FC7C109}"/>
                  </a:ext>
                </a:extLst>
              </p:cNvPr>
              <p:cNvSpPr/>
              <p:nvPr/>
            </p:nvSpPr>
            <p:spPr>
              <a:xfrm>
                <a:off x="8634212" y="3821113"/>
                <a:ext cx="216000" cy="21600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20" name="Straight Connector 19">
                <a:extLst>
                  <a:ext uri="{FF2B5EF4-FFF2-40B4-BE49-F238E27FC236}">
                    <a16:creationId xmlns:a16="http://schemas.microsoft.com/office/drawing/2014/main" id="{1906033E-3248-B0D6-D496-4FC8ED5F2B53}"/>
                  </a:ext>
                </a:extLst>
              </p:cNvPr>
              <p:cNvCxnSpPr>
                <a:cxnSpLocks/>
              </p:cNvCxnSpPr>
              <p:nvPr/>
            </p:nvCxnSpPr>
            <p:spPr>
              <a:xfrm rot="5400000" flipH="1">
                <a:off x="8535213" y="3614114"/>
                <a:ext cx="41399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2ADE4E84-89A7-6066-6AA8-091471AF9773}"/>
                  </a:ext>
                </a:extLst>
              </p:cNvPr>
              <p:cNvSpPr/>
              <p:nvPr/>
            </p:nvSpPr>
            <p:spPr>
              <a:xfrm rot="5400000">
                <a:off x="8365373" y="4185885"/>
                <a:ext cx="729542"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IOC</a:t>
                </a:r>
              </a:p>
            </p:txBody>
          </p:sp>
        </p:grpSp>
        <p:grpSp>
          <p:nvGrpSpPr>
            <p:cNvPr id="37" name="Group 36">
              <a:extLst>
                <a:ext uri="{FF2B5EF4-FFF2-40B4-BE49-F238E27FC236}">
                  <a16:creationId xmlns:a16="http://schemas.microsoft.com/office/drawing/2014/main" id="{31FCEA3A-78DB-5A69-5C74-F93F1052DA5C}"/>
                </a:ext>
              </a:extLst>
            </p:cNvPr>
            <p:cNvGrpSpPr/>
            <p:nvPr/>
          </p:nvGrpSpPr>
          <p:grpSpPr>
            <a:xfrm rot="16200000">
              <a:off x="2461659" y="386596"/>
              <a:ext cx="432000" cy="1673280"/>
              <a:chOff x="8514144" y="3407114"/>
              <a:chExt cx="432000" cy="1673280"/>
            </a:xfrm>
          </p:grpSpPr>
          <p:sp>
            <p:nvSpPr>
              <p:cNvPr id="38" name="Oval 37">
                <a:extLst>
                  <a:ext uri="{FF2B5EF4-FFF2-40B4-BE49-F238E27FC236}">
                    <a16:creationId xmlns:a16="http://schemas.microsoft.com/office/drawing/2014/main" id="{7CAC6D83-8CA8-BC3F-B3A8-5AD9734F7776}"/>
                  </a:ext>
                </a:extLst>
              </p:cNvPr>
              <p:cNvSpPr/>
              <p:nvPr/>
            </p:nvSpPr>
            <p:spPr>
              <a:xfrm>
                <a:off x="8634212" y="3821113"/>
                <a:ext cx="216000" cy="216000"/>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39" name="Straight Connector 38">
                <a:extLst>
                  <a:ext uri="{FF2B5EF4-FFF2-40B4-BE49-F238E27FC236}">
                    <a16:creationId xmlns:a16="http://schemas.microsoft.com/office/drawing/2014/main" id="{5CE868BB-1AE3-F884-11C8-BA19EF2BCEEA}"/>
                  </a:ext>
                </a:extLst>
              </p:cNvPr>
              <p:cNvCxnSpPr>
                <a:cxnSpLocks/>
              </p:cNvCxnSpPr>
              <p:nvPr/>
            </p:nvCxnSpPr>
            <p:spPr>
              <a:xfrm rot="5400000" flipH="1">
                <a:off x="8535213" y="3614114"/>
                <a:ext cx="41399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B0AC9038-3C8F-089F-3836-CA644F4529CA}"/>
                  </a:ext>
                </a:extLst>
              </p:cNvPr>
              <p:cNvSpPr/>
              <p:nvPr/>
            </p:nvSpPr>
            <p:spPr>
              <a:xfrm rot="5400000">
                <a:off x="8208504" y="4342754"/>
                <a:ext cx="104328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Region</a:t>
                </a:r>
              </a:p>
            </p:txBody>
          </p:sp>
        </p:grpSp>
        <p:grpSp>
          <p:nvGrpSpPr>
            <p:cNvPr id="41" name="Group 40">
              <a:extLst>
                <a:ext uri="{FF2B5EF4-FFF2-40B4-BE49-F238E27FC236}">
                  <a16:creationId xmlns:a16="http://schemas.microsoft.com/office/drawing/2014/main" id="{44436F02-C0D0-3729-3598-607A2685DC1B}"/>
                </a:ext>
              </a:extLst>
            </p:cNvPr>
            <p:cNvGrpSpPr/>
            <p:nvPr/>
          </p:nvGrpSpPr>
          <p:grpSpPr>
            <a:xfrm rot="16200000">
              <a:off x="2792617" y="-280431"/>
              <a:ext cx="432000" cy="2335196"/>
              <a:chOff x="8514144" y="3407114"/>
              <a:chExt cx="432000" cy="2335196"/>
            </a:xfrm>
          </p:grpSpPr>
          <p:sp>
            <p:nvSpPr>
              <p:cNvPr id="42" name="Oval 41">
                <a:extLst>
                  <a:ext uri="{FF2B5EF4-FFF2-40B4-BE49-F238E27FC236}">
                    <a16:creationId xmlns:a16="http://schemas.microsoft.com/office/drawing/2014/main" id="{4652D75B-44F7-97EA-4E9E-84D51FB79CA0}"/>
                  </a:ext>
                </a:extLst>
              </p:cNvPr>
              <p:cNvSpPr/>
              <p:nvPr/>
            </p:nvSpPr>
            <p:spPr>
              <a:xfrm>
                <a:off x="8634212" y="3821113"/>
                <a:ext cx="216000" cy="21600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43" name="Straight Connector 42">
                <a:extLst>
                  <a:ext uri="{FF2B5EF4-FFF2-40B4-BE49-F238E27FC236}">
                    <a16:creationId xmlns:a16="http://schemas.microsoft.com/office/drawing/2014/main" id="{CE143463-FD66-C619-9379-9F30DC27B26B}"/>
                  </a:ext>
                </a:extLst>
              </p:cNvPr>
              <p:cNvCxnSpPr>
                <a:cxnSpLocks/>
              </p:cNvCxnSpPr>
              <p:nvPr/>
            </p:nvCxnSpPr>
            <p:spPr>
              <a:xfrm rot="5400000" flipH="1">
                <a:off x="8535213" y="3614114"/>
                <a:ext cx="41399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59478F68-9531-8B0E-519E-E7CD24CE71DC}"/>
                  </a:ext>
                </a:extLst>
              </p:cNvPr>
              <p:cNvSpPr/>
              <p:nvPr/>
            </p:nvSpPr>
            <p:spPr>
              <a:xfrm rot="5400000">
                <a:off x="7877546" y="4673712"/>
                <a:ext cx="1705196"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Country Name</a:t>
                </a:r>
              </a:p>
            </p:txBody>
          </p:sp>
        </p:grpSp>
      </p:grpSp>
      <p:grpSp>
        <p:nvGrpSpPr>
          <p:cNvPr id="46" name="Group 45">
            <a:extLst>
              <a:ext uri="{FF2B5EF4-FFF2-40B4-BE49-F238E27FC236}">
                <a16:creationId xmlns:a16="http://schemas.microsoft.com/office/drawing/2014/main" id="{AFD0FDE4-A395-8C1E-451A-18C6B89044D9}"/>
              </a:ext>
            </a:extLst>
          </p:cNvPr>
          <p:cNvGrpSpPr/>
          <p:nvPr/>
        </p:nvGrpSpPr>
        <p:grpSpPr>
          <a:xfrm>
            <a:off x="1836194" y="2735853"/>
            <a:ext cx="3222440" cy="1051163"/>
            <a:chOff x="581019" y="335304"/>
            <a:chExt cx="3384209" cy="1103932"/>
          </a:xfrm>
        </p:grpSpPr>
        <p:grpSp>
          <p:nvGrpSpPr>
            <p:cNvPr id="47" name="Group 46">
              <a:extLst>
                <a:ext uri="{FF2B5EF4-FFF2-40B4-BE49-F238E27FC236}">
                  <a16:creationId xmlns:a16="http://schemas.microsoft.com/office/drawing/2014/main" id="{B4D82DB5-8E84-8635-C706-D8BA16BC7F8F}"/>
                </a:ext>
              </a:extLst>
            </p:cNvPr>
            <p:cNvGrpSpPr/>
            <p:nvPr/>
          </p:nvGrpSpPr>
          <p:grpSpPr>
            <a:xfrm>
              <a:off x="581019" y="437662"/>
              <a:ext cx="1260000" cy="900000"/>
              <a:chOff x="3074504" y="1020417"/>
              <a:chExt cx="1260000" cy="467999"/>
            </a:xfrm>
          </p:grpSpPr>
          <p:sp>
            <p:nvSpPr>
              <p:cNvPr id="60" name="Rectangle 59">
                <a:extLst>
                  <a:ext uri="{FF2B5EF4-FFF2-40B4-BE49-F238E27FC236}">
                    <a16:creationId xmlns:a16="http://schemas.microsoft.com/office/drawing/2014/main" id="{E8D093B2-A032-C270-607B-31E9AF612FB7}"/>
                  </a:ext>
                </a:extLst>
              </p:cNvPr>
              <p:cNvSpPr/>
              <p:nvPr/>
            </p:nvSpPr>
            <p:spPr>
              <a:xfrm>
                <a:off x="3074504" y="1020417"/>
                <a:ext cx="1260000" cy="467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sz="1600" dirty="0">
                  <a:latin typeface="Arial Narrow" panose="020B0606020202030204" pitchFamily="34" charset="0"/>
                </a:endParaRPr>
              </a:p>
            </p:txBody>
          </p:sp>
          <p:sp>
            <p:nvSpPr>
              <p:cNvPr id="61" name="TextBox 60">
                <a:extLst>
                  <a:ext uri="{FF2B5EF4-FFF2-40B4-BE49-F238E27FC236}">
                    <a16:creationId xmlns:a16="http://schemas.microsoft.com/office/drawing/2014/main" id="{660AB051-8F74-1AA5-9AB6-FE1C6FA53E49}"/>
                  </a:ext>
                </a:extLst>
              </p:cNvPr>
              <p:cNvSpPr txBox="1"/>
              <p:nvPr/>
            </p:nvSpPr>
            <p:spPr>
              <a:xfrm>
                <a:off x="3254034" y="1146585"/>
                <a:ext cx="900996" cy="184885"/>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Riders</a:t>
                </a:r>
              </a:p>
            </p:txBody>
          </p:sp>
        </p:grpSp>
        <p:grpSp>
          <p:nvGrpSpPr>
            <p:cNvPr id="48" name="Group 47">
              <a:extLst>
                <a:ext uri="{FF2B5EF4-FFF2-40B4-BE49-F238E27FC236}">
                  <a16:creationId xmlns:a16="http://schemas.microsoft.com/office/drawing/2014/main" id="{BBE73431-451C-898E-0996-FD2657E07177}"/>
                </a:ext>
              </a:extLst>
            </p:cNvPr>
            <p:cNvGrpSpPr/>
            <p:nvPr/>
          </p:nvGrpSpPr>
          <p:grpSpPr>
            <a:xfrm rot="16200000">
              <a:off x="2304790" y="-128467"/>
              <a:ext cx="432000" cy="1359542"/>
              <a:chOff x="8514144" y="3407114"/>
              <a:chExt cx="432000" cy="1359542"/>
            </a:xfrm>
          </p:grpSpPr>
          <p:sp>
            <p:nvSpPr>
              <p:cNvPr id="57" name="Oval 56">
                <a:extLst>
                  <a:ext uri="{FF2B5EF4-FFF2-40B4-BE49-F238E27FC236}">
                    <a16:creationId xmlns:a16="http://schemas.microsoft.com/office/drawing/2014/main" id="{1ABF0371-DF46-2CF2-2460-A96F139EFD25}"/>
                  </a:ext>
                </a:extLst>
              </p:cNvPr>
              <p:cNvSpPr/>
              <p:nvPr/>
            </p:nvSpPr>
            <p:spPr>
              <a:xfrm>
                <a:off x="8634212" y="3821113"/>
                <a:ext cx="216000" cy="21600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58" name="Straight Connector 57">
                <a:extLst>
                  <a:ext uri="{FF2B5EF4-FFF2-40B4-BE49-F238E27FC236}">
                    <a16:creationId xmlns:a16="http://schemas.microsoft.com/office/drawing/2014/main" id="{48498F20-12E3-5BDF-CB73-F027ADA48A76}"/>
                  </a:ext>
                </a:extLst>
              </p:cNvPr>
              <p:cNvCxnSpPr>
                <a:cxnSpLocks/>
              </p:cNvCxnSpPr>
              <p:nvPr/>
            </p:nvCxnSpPr>
            <p:spPr>
              <a:xfrm rot="5400000" flipH="1">
                <a:off x="8535213" y="3614114"/>
                <a:ext cx="41399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CAD63E48-9D4B-0F5D-C792-F0BB4E007841}"/>
                  </a:ext>
                </a:extLst>
              </p:cNvPr>
              <p:cNvSpPr/>
              <p:nvPr/>
            </p:nvSpPr>
            <p:spPr>
              <a:xfrm rot="5400000">
                <a:off x="8365373" y="4185885"/>
                <a:ext cx="729542"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bib</a:t>
                </a:r>
              </a:p>
            </p:txBody>
          </p:sp>
        </p:grpSp>
        <p:grpSp>
          <p:nvGrpSpPr>
            <p:cNvPr id="49" name="Group 48">
              <a:extLst>
                <a:ext uri="{FF2B5EF4-FFF2-40B4-BE49-F238E27FC236}">
                  <a16:creationId xmlns:a16="http://schemas.microsoft.com/office/drawing/2014/main" id="{7E6862DB-BCC2-7E36-3D2F-DBD6EA313DF1}"/>
                </a:ext>
              </a:extLst>
            </p:cNvPr>
            <p:cNvGrpSpPr/>
            <p:nvPr/>
          </p:nvGrpSpPr>
          <p:grpSpPr>
            <a:xfrm rot="16200000">
              <a:off x="2304790" y="543465"/>
              <a:ext cx="432000" cy="1359542"/>
              <a:chOff x="8514144" y="3407114"/>
              <a:chExt cx="432000" cy="1359542"/>
            </a:xfrm>
          </p:grpSpPr>
          <p:sp>
            <p:nvSpPr>
              <p:cNvPr id="54" name="Oval 53">
                <a:extLst>
                  <a:ext uri="{FF2B5EF4-FFF2-40B4-BE49-F238E27FC236}">
                    <a16:creationId xmlns:a16="http://schemas.microsoft.com/office/drawing/2014/main" id="{458A3930-60AE-C8BE-5B78-BE1AED3A7261}"/>
                  </a:ext>
                </a:extLst>
              </p:cNvPr>
              <p:cNvSpPr/>
              <p:nvPr/>
            </p:nvSpPr>
            <p:spPr>
              <a:xfrm>
                <a:off x="8634212" y="3821113"/>
                <a:ext cx="216000" cy="216000"/>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55" name="Straight Connector 54">
                <a:extLst>
                  <a:ext uri="{FF2B5EF4-FFF2-40B4-BE49-F238E27FC236}">
                    <a16:creationId xmlns:a16="http://schemas.microsoft.com/office/drawing/2014/main" id="{B522DA6B-E0DD-2702-2A07-60ED82E93C0F}"/>
                  </a:ext>
                </a:extLst>
              </p:cNvPr>
              <p:cNvCxnSpPr>
                <a:cxnSpLocks/>
              </p:cNvCxnSpPr>
              <p:nvPr/>
            </p:nvCxnSpPr>
            <p:spPr>
              <a:xfrm rot="5400000" flipH="1">
                <a:off x="8535213" y="3614114"/>
                <a:ext cx="41399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35D8D7B3-54D6-C325-9518-049012314E89}"/>
                  </a:ext>
                </a:extLst>
              </p:cNvPr>
              <p:cNvSpPr/>
              <p:nvPr/>
            </p:nvSpPr>
            <p:spPr>
              <a:xfrm rot="5400000">
                <a:off x="8365373" y="4185885"/>
                <a:ext cx="729542"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DOB</a:t>
                </a:r>
              </a:p>
            </p:txBody>
          </p:sp>
        </p:grpSp>
        <p:grpSp>
          <p:nvGrpSpPr>
            <p:cNvPr id="50" name="Group 49">
              <a:extLst>
                <a:ext uri="{FF2B5EF4-FFF2-40B4-BE49-F238E27FC236}">
                  <a16:creationId xmlns:a16="http://schemas.microsoft.com/office/drawing/2014/main" id="{C9F131D3-4284-F095-1793-76D6AE2D4A2D}"/>
                </a:ext>
              </a:extLst>
            </p:cNvPr>
            <p:cNvGrpSpPr/>
            <p:nvPr/>
          </p:nvGrpSpPr>
          <p:grpSpPr>
            <a:xfrm rot="16200000">
              <a:off x="2687124" y="-174938"/>
              <a:ext cx="432000" cy="2124208"/>
              <a:chOff x="8514145" y="3407114"/>
              <a:chExt cx="432000" cy="2124208"/>
            </a:xfrm>
          </p:grpSpPr>
          <p:sp>
            <p:nvSpPr>
              <p:cNvPr id="51" name="Oval 50">
                <a:extLst>
                  <a:ext uri="{FF2B5EF4-FFF2-40B4-BE49-F238E27FC236}">
                    <a16:creationId xmlns:a16="http://schemas.microsoft.com/office/drawing/2014/main" id="{8AE93FDA-5158-C269-794C-7DF1963B3AFB}"/>
                  </a:ext>
                </a:extLst>
              </p:cNvPr>
              <p:cNvSpPr/>
              <p:nvPr/>
            </p:nvSpPr>
            <p:spPr>
              <a:xfrm>
                <a:off x="8634212" y="3821113"/>
                <a:ext cx="216000" cy="216000"/>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52" name="Straight Connector 51">
                <a:extLst>
                  <a:ext uri="{FF2B5EF4-FFF2-40B4-BE49-F238E27FC236}">
                    <a16:creationId xmlns:a16="http://schemas.microsoft.com/office/drawing/2014/main" id="{CEB20236-0760-3C08-683F-0A5B02B52018}"/>
                  </a:ext>
                </a:extLst>
              </p:cNvPr>
              <p:cNvCxnSpPr>
                <a:cxnSpLocks/>
              </p:cNvCxnSpPr>
              <p:nvPr/>
            </p:nvCxnSpPr>
            <p:spPr>
              <a:xfrm rot="5400000" flipH="1">
                <a:off x="8535213" y="3614114"/>
                <a:ext cx="41399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8BC34DB2-3CBD-1F4E-E863-2483BB46DAED}"/>
                  </a:ext>
                </a:extLst>
              </p:cNvPr>
              <p:cNvSpPr/>
              <p:nvPr/>
            </p:nvSpPr>
            <p:spPr>
              <a:xfrm rot="5400000">
                <a:off x="7983041" y="4568218"/>
                <a:ext cx="1494208"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Rider Name</a:t>
                </a:r>
              </a:p>
            </p:txBody>
          </p:sp>
        </p:grpSp>
      </p:grpSp>
      <p:grpSp>
        <p:nvGrpSpPr>
          <p:cNvPr id="78" name="Group 77">
            <a:extLst>
              <a:ext uri="{FF2B5EF4-FFF2-40B4-BE49-F238E27FC236}">
                <a16:creationId xmlns:a16="http://schemas.microsoft.com/office/drawing/2014/main" id="{2603A899-19D8-C01A-2729-4DB159672677}"/>
              </a:ext>
            </a:extLst>
          </p:cNvPr>
          <p:cNvGrpSpPr/>
          <p:nvPr/>
        </p:nvGrpSpPr>
        <p:grpSpPr>
          <a:xfrm>
            <a:off x="1581471" y="4070905"/>
            <a:ext cx="1713958" cy="856979"/>
            <a:chOff x="3074504" y="1020417"/>
            <a:chExt cx="1260000" cy="468000"/>
          </a:xfrm>
        </p:grpSpPr>
        <p:sp>
          <p:nvSpPr>
            <p:cNvPr id="79" name="Diamond 78">
              <a:extLst>
                <a:ext uri="{FF2B5EF4-FFF2-40B4-BE49-F238E27FC236}">
                  <a16:creationId xmlns:a16="http://schemas.microsoft.com/office/drawing/2014/main" id="{9DEE6331-805C-1478-57D8-161E36A39A1E}"/>
                </a:ext>
              </a:extLst>
            </p:cNvPr>
            <p:cNvSpPr/>
            <p:nvPr/>
          </p:nvSpPr>
          <p:spPr>
            <a:xfrm>
              <a:off x="3074504" y="1020417"/>
              <a:ext cx="1260000" cy="468000"/>
            </a:xfrm>
            <a:prstGeom prst="diamond">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sz="1600">
                <a:latin typeface="Arial Narrow" panose="020B0606020202030204" pitchFamily="34" charset="0"/>
              </a:endParaRPr>
            </a:p>
          </p:txBody>
        </p:sp>
        <p:sp>
          <p:nvSpPr>
            <p:cNvPr id="80" name="TextBox 79">
              <a:extLst>
                <a:ext uri="{FF2B5EF4-FFF2-40B4-BE49-F238E27FC236}">
                  <a16:creationId xmlns:a16="http://schemas.microsoft.com/office/drawing/2014/main" id="{772FC0C1-8D60-7FBC-5209-290ED81CCEC3}"/>
                </a:ext>
              </a:extLst>
            </p:cNvPr>
            <p:cNvSpPr txBox="1"/>
            <p:nvPr/>
          </p:nvSpPr>
          <p:spPr>
            <a:xfrm>
              <a:off x="3471666" y="1159225"/>
              <a:ext cx="465717" cy="184886"/>
            </a:xfrm>
            <a:prstGeom prst="rect">
              <a:avLst/>
            </a:prstGeom>
            <a:noFill/>
          </p:spPr>
          <p:txBody>
            <a:bodyPr wrap="none" rtlCol="0" anchor="ctr">
              <a:spAutoFit/>
            </a:bodyPr>
            <a:lstStyle/>
            <a:p>
              <a:pPr algn="ctr"/>
              <a:r>
                <a:rPr lang="en-US" sz="1600" dirty="0">
                  <a:latin typeface="Consolas" panose="020B0609020204030204" pitchFamily="49" charset="0"/>
                  <a:cs typeface="Consolas" panose="020B0609020204030204" pitchFamily="49" charset="0"/>
                </a:rPr>
                <a:t>From</a:t>
              </a:r>
              <a:endParaRPr lang="en-SG" sz="1600" dirty="0">
                <a:latin typeface="Consolas" panose="020B0609020204030204" pitchFamily="49" charset="0"/>
                <a:cs typeface="Consolas" panose="020B0609020204030204" pitchFamily="49" charset="0"/>
              </a:endParaRPr>
            </a:p>
          </p:txBody>
        </p:sp>
      </p:grpSp>
      <p:cxnSp>
        <p:nvCxnSpPr>
          <p:cNvPr id="82" name="Straight Connector 81">
            <a:extLst>
              <a:ext uri="{FF2B5EF4-FFF2-40B4-BE49-F238E27FC236}">
                <a16:creationId xmlns:a16="http://schemas.microsoft.com/office/drawing/2014/main" id="{D955185D-D668-5ED8-FC5D-54E146DD87CD}"/>
              </a:ext>
            </a:extLst>
          </p:cNvPr>
          <p:cNvCxnSpPr>
            <a:cxnSpLocks/>
            <a:stCxn id="79" idx="2"/>
            <a:endCxn id="5" idx="0"/>
          </p:cNvCxnSpPr>
          <p:nvPr/>
        </p:nvCxnSpPr>
        <p:spPr>
          <a:xfrm flipH="1">
            <a:off x="2438443" y="4927884"/>
            <a:ext cx="7" cy="27000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1E058A42-13ED-6527-3C06-658AE54F959C}"/>
              </a:ext>
            </a:extLst>
          </p:cNvPr>
          <p:cNvCxnSpPr>
            <a:cxnSpLocks/>
            <a:stCxn id="79" idx="0"/>
            <a:endCxn id="60" idx="2"/>
          </p:cNvCxnSpPr>
          <p:nvPr/>
        </p:nvCxnSpPr>
        <p:spPr>
          <a:xfrm flipH="1" flipV="1">
            <a:off x="2436079" y="3690298"/>
            <a:ext cx="2370" cy="3806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4" name="Group 93">
            <a:extLst>
              <a:ext uri="{FF2B5EF4-FFF2-40B4-BE49-F238E27FC236}">
                <a16:creationId xmlns:a16="http://schemas.microsoft.com/office/drawing/2014/main" id="{BFB6B8F5-D414-3E0D-9187-10BD6EAE15BC}"/>
              </a:ext>
            </a:extLst>
          </p:cNvPr>
          <p:cNvGrpSpPr/>
          <p:nvPr/>
        </p:nvGrpSpPr>
        <p:grpSpPr>
          <a:xfrm>
            <a:off x="379076" y="236340"/>
            <a:ext cx="2999426" cy="954444"/>
            <a:chOff x="581019" y="335304"/>
            <a:chExt cx="3150000" cy="1002358"/>
          </a:xfrm>
        </p:grpSpPr>
        <p:grpSp>
          <p:nvGrpSpPr>
            <p:cNvPr id="95" name="Group 94">
              <a:extLst>
                <a:ext uri="{FF2B5EF4-FFF2-40B4-BE49-F238E27FC236}">
                  <a16:creationId xmlns:a16="http://schemas.microsoft.com/office/drawing/2014/main" id="{B7614F83-AF74-2750-FC39-B3CCCA6890BF}"/>
                </a:ext>
              </a:extLst>
            </p:cNvPr>
            <p:cNvGrpSpPr/>
            <p:nvPr/>
          </p:nvGrpSpPr>
          <p:grpSpPr>
            <a:xfrm>
              <a:off x="581019" y="437662"/>
              <a:ext cx="1260000" cy="900000"/>
              <a:chOff x="3074504" y="1020417"/>
              <a:chExt cx="1260000" cy="467999"/>
            </a:xfrm>
          </p:grpSpPr>
          <p:sp>
            <p:nvSpPr>
              <p:cNvPr id="108" name="Rectangle 107">
                <a:extLst>
                  <a:ext uri="{FF2B5EF4-FFF2-40B4-BE49-F238E27FC236}">
                    <a16:creationId xmlns:a16="http://schemas.microsoft.com/office/drawing/2014/main" id="{5D5472F2-538E-F09C-A3FF-FF5EFC90EB41}"/>
                  </a:ext>
                </a:extLst>
              </p:cNvPr>
              <p:cNvSpPr/>
              <p:nvPr/>
            </p:nvSpPr>
            <p:spPr>
              <a:xfrm>
                <a:off x="3074504" y="1020417"/>
                <a:ext cx="1260000" cy="467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sz="1600" dirty="0">
                  <a:latin typeface="Arial Narrow" panose="020B0606020202030204" pitchFamily="34" charset="0"/>
                </a:endParaRPr>
              </a:p>
            </p:txBody>
          </p:sp>
          <p:sp>
            <p:nvSpPr>
              <p:cNvPr id="109" name="TextBox 108">
                <a:extLst>
                  <a:ext uri="{FF2B5EF4-FFF2-40B4-BE49-F238E27FC236}">
                    <a16:creationId xmlns:a16="http://schemas.microsoft.com/office/drawing/2014/main" id="{6F8CBFC2-8A80-AEB1-7A0C-724F031F3DA3}"/>
                  </a:ext>
                </a:extLst>
              </p:cNvPr>
              <p:cNvSpPr txBox="1"/>
              <p:nvPr/>
            </p:nvSpPr>
            <p:spPr>
              <a:xfrm>
                <a:off x="3312956" y="1146585"/>
                <a:ext cx="783154" cy="184885"/>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Teams</a:t>
                </a:r>
              </a:p>
            </p:txBody>
          </p:sp>
        </p:grpSp>
        <p:grpSp>
          <p:nvGrpSpPr>
            <p:cNvPr id="96" name="Group 95">
              <a:extLst>
                <a:ext uri="{FF2B5EF4-FFF2-40B4-BE49-F238E27FC236}">
                  <a16:creationId xmlns:a16="http://schemas.microsoft.com/office/drawing/2014/main" id="{486B345A-46C6-2F7D-33A8-AA5D13C6AABA}"/>
                </a:ext>
              </a:extLst>
            </p:cNvPr>
            <p:cNvGrpSpPr/>
            <p:nvPr/>
          </p:nvGrpSpPr>
          <p:grpSpPr>
            <a:xfrm rot="16200000">
              <a:off x="2570019" y="-393696"/>
              <a:ext cx="432000" cy="1890000"/>
              <a:chOff x="8514144" y="3407114"/>
              <a:chExt cx="432000" cy="1890000"/>
            </a:xfrm>
          </p:grpSpPr>
          <p:sp>
            <p:nvSpPr>
              <p:cNvPr id="105" name="Oval 104">
                <a:extLst>
                  <a:ext uri="{FF2B5EF4-FFF2-40B4-BE49-F238E27FC236}">
                    <a16:creationId xmlns:a16="http://schemas.microsoft.com/office/drawing/2014/main" id="{C10D59A5-9DEE-093D-7127-CFD8F6236A2F}"/>
                  </a:ext>
                </a:extLst>
              </p:cNvPr>
              <p:cNvSpPr/>
              <p:nvPr/>
            </p:nvSpPr>
            <p:spPr>
              <a:xfrm>
                <a:off x="8634212" y="3821113"/>
                <a:ext cx="216000" cy="21600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106" name="Straight Connector 105">
                <a:extLst>
                  <a:ext uri="{FF2B5EF4-FFF2-40B4-BE49-F238E27FC236}">
                    <a16:creationId xmlns:a16="http://schemas.microsoft.com/office/drawing/2014/main" id="{74FDE901-3C1A-E83F-FAF8-3BBAB175CCD9}"/>
                  </a:ext>
                </a:extLst>
              </p:cNvPr>
              <p:cNvCxnSpPr>
                <a:cxnSpLocks/>
              </p:cNvCxnSpPr>
              <p:nvPr/>
            </p:nvCxnSpPr>
            <p:spPr>
              <a:xfrm rot="5400000" flipH="1">
                <a:off x="8535213" y="3614114"/>
                <a:ext cx="41399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7" name="Rectangle 106">
                <a:extLst>
                  <a:ext uri="{FF2B5EF4-FFF2-40B4-BE49-F238E27FC236}">
                    <a16:creationId xmlns:a16="http://schemas.microsoft.com/office/drawing/2014/main" id="{79FA68E2-311A-22B0-AC7E-64078244C03E}"/>
                  </a:ext>
                </a:extLst>
              </p:cNvPr>
              <p:cNvSpPr/>
              <p:nvPr/>
            </p:nvSpPr>
            <p:spPr>
              <a:xfrm rot="5400000">
                <a:off x="8100144" y="4451114"/>
                <a:ext cx="1260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Team Name</a:t>
                </a:r>
              </a:p>
            </p:txBody>
          </p:sp>
        </p:grpSp>
      </p:grpSp>
      <p:grpSp>
        <p:nvGrpSpPr>
          <p:cNvPr id="110" name="Group 109">
            <a:extLst>
              <a:ext uri="{FF2B5EF4-FFF2-40B4-BE49-F238E27FC236}">
                <a16:creationId xmlns:a16="http://schemas.microsoft.com/office/drawing/2014/main" id="{A53ADEC9-8D72-440F-EE87-0F2CB2E536B6}"/>
              </a:ext>
            </a:extLst>
          </p:cNvPr>
          <p:cNvGrpSpPr/>
          <p:nvPr/>
        </p:nvGrpSpPr>
        <p:grpSpPr>
          <a:xfrm>
            <a:off x="123420" y="3570837"/>
            <a:ext cx="1713958" cy="856979"/>
            <a:chOff x="3074504" y="1020417"/>
            <a:chExt cx="1260000" cy="468000"/>
          </a:xfrm>
        </p:grpSpPr>
        <p:sp>
          <p:nvSpPr>
            <p:cNvPr id="111" name="Diamond 110">
              <a:extLst>
                <a:ext uri="{FF2B5EF4-FFF2-40B4-BE49-F238E27FC236}">
                  <a16:creationId xmlns:a16="http://schemas.microsoft.com/office/drawing/2014/main" id="{67F8F1D1-BF80-0972-0B05-0B3CFFFAF2D4}"/>
                </a:ext>
              </a:extLst>
            </p:cNvPr>
            <p:cNvSpPr/>
            <p:nvPr/>
          </p:nvSpPr>
          <p:spPr>
            <a:xfrm>
              <a:off x="3074504" y="1020417"/>
              <a:ext cx="1260000" cy="468000"/>
            </a:xfrm>
            <a:prstGeom prst="diamond">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sz="1600">
                <a:latin typeface="Arial Narrow" panose="020B0606020202030204" pitchFamily="34" charset="0"/>
              </a:endParaRPr>
            </a:p>
          </p:txBody>
        </p:sp>
        <p:sp>
          <p:nvSpPr>
            <p:cNvPr id="112" name="TextBox 111">
              <a:extLst>
                <a:ext uri="{FF2B5EF4-FFF2-40B4-BE49-F238E27FC236}">
                  <a16:creationId xmlns:a16="http://schemas.microsoft.com/office/drawing/2014/main" id="{408CC111-3854-E903-450B-7B45829E0362}"/>
                </a:ext>
              </a:extLst>
            </p:cNvPr>
            <p:cNvSpPr txBox="1"/>
            <p:nvPr/>
          </p:nvSpPr>
          <p:spPr>
            <a:xfrm>
              <a:off x="3265446" y="1159225"/>
              <a:ext cx="878168" cy="184886"/>
            </a:xfrm>
            <a:prstGeom prst="rect">
              <a:avLst/>
            </a:prstGeom>
            <a:noFill/>
          </p:spPr>
          <p:txBody>
            <a:bodyPr wrap="none" rtlCol="0" anchor="ctr">
              <a:spAutoFit/>
            </a:bodyPr>
            <a:lstStyle/>
            <a:p>
              <a:pPr algn="ctr"/>
              <a:r>
                <a:rPr lang="en-US" sz="1600" dirty="0">
                  <a:latin typeface="Consolas" panose="020B0609020204030204" pitchFamily="49" charset="0"/>
                  <a:cs typeface="Consolas" panose="020B0609020204030204" pitchFamily="49" charset="0"/>
                </a:rPr>
                <a:t>Represent</a:t>
              </a:r>
              <a:endParaRPr lang="en-SG" sz="1600" dirty="0">
                <a:latin typeface="Consolas" panose="020B0609020204030204" pitchFamily="49" charset="0"/>
                <a:cs typeface="Consolas" panose="020B0609020204030204" pitchFamily="49" charset="0"/>
              </a:endParaRPr>
            </a:p>
          </p:txBody>
        </p:sp>
      </p:grpSp>
      <p:grpSp>
        <p:nvGrpSpPr>
          <p:cNvPr id="120" name="Group 119">
            <a:extLst>
              <a:ext uri="{FF2B5EF4-FFF2-40B4-BE49-F238E27FC236}">
                <a16:creationId xmlns:a16="http://schemas.microsoft.com/office/drawing/2014/main" id="{939A7A3E-B811-E263-B74F-2BD0553E01E7}"/>
              </a:ext>
            </a:extLst>
          </p:cNvPr>
          <p:cNvGrpSpPr/>
          <p:nvPr/>
        </p:nvGrpSpPr>
        <p:grpSpPr>
          <a:xfrm>
            <a:off x="8670786" y="2641550"/>
            <a:ext cx="1199770" cy="1221079"/>
            <a:chOff x="3074504" y="920999"/>
            <a:chExt cx="1260000" cy="666835"/>
          </a:xfrm>
        </p:grpSpPr>
        <p:sp>
          <p:nvSpPr>
            <p:cNvPr id="133" name="Rectangle 132">
              <a:extLst>
                <a:ext uri="{FF2B5EF4-FFF2-40B4-BE49-F238E27FC236}">
                  <a16:creationId xmlns:a16="http://schemas.microsoft.com/office/drawing/2014/main" id="{E7BA3DC0-EF5F-6761-1FA3-A7DC2BFA78A0}"/>
                </a:ext>
              </a:extLst>
            </p:cNvPr>
            <p:cNvSpPr/>
            <p:nvPr/>
          </p:nvSpPr>
          <p:spPr>
            <a:xfrm>
              <a:off x="3074504" y="920999"/>
              <a:ext cx="1260000" cy="666835"/>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sz="1600" dirty="0">
                <a:latin typeface="Arial Narrow" panose="020B0606020202030204" pitchFamily="34" charset="0"/>
              </a:endParaRPr>
            </a:p>
          </p:txBody>
        </p:sp>
        <p:sp>
          <p:nvSpPr>
            <p:cNvPr id="134" name="TextBox 133">
              <a:extLst>
                <a:ext uri="{FF2B5EF4-FFF2-40B4-BE49-F238E27FC236}">
                  <a16:creationId xmlns:a16="http://schemas.microsoft.com/office/drawing/2014/main" id="{7CD6CDCD-DEE6-841D-70C4-40783E5F3607}"/>
                </a:ext>
              </a:extLst>
            </p:cNvPr>
            <p:cNvSpPr txBox="1"/>
            <p:nvPr/>
          </p:nvSpPr>
          <p:spPr>
            <a:xfrm>
              <a:off x="3254034" y="1146585"/>
              <a:ext cx="900997" cy="184885"/>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Stages</a:t>
              </a:r>
            </a:p>
          </p:txBody>
        </p:sp>
      </p:grpSp>
      <p:grpSp>
        <p:nvGrpSpPr>
          <p:cNvPr id="121" name="Group 120">
            <a:extLst>
              <a:ext uri="{FF2B5EF4-FFF2-40B4-BE49-F238E27FC236}">
                <a16:creationId xmlns:a16="http://schemas.microsoft.com/office/drawing/2014/main" id="{8879B18A-EF7E-BCD4-7CF9-3186FC585B3A}"/>
              </a:ext>
            </a:extLst>
          </p:cNvPr>
          <p:cNvGrpSpPr/>
          <p:nvPr/>
        </p:nvGrpSpPr>
        <p:grpSpPr>
          <a:xfrm rot="16200000">
            <a:off x="10423769" y="2043265"/>
            <a:ext cx="411350" cy="1517775"/>
            <a:chOff x="8514145" y="3407114"/>
            <a:chExt cx="432000" cy="1593969"/>
          </a:xfrm>
        </p:grpSpPr>
        <p:sp>
          <p:nvSpPr>
            <p:cNvPr id="130" name="Oval 129">
              <a:extLst>
                <a:ext uri="{FF2B5EF4-FFF2-40B4-BE49-F238E27FC236}">
                  <a16:creationId xmlns:a16="http://schemas.microsoft.com/office/drawing/2014/main" id="{CD18DC75-0E2C-A6F7-D178-677EA7174F87}"/>
                </a:ext>
              </a:extLst>
            </p:cNvPr>
            <p:cNvSpPr/>
            <p:nvPr/>
          </p:nvSpPr>
          <p:spPr>
            <a:xfrm>
              <a:off x="8634212" y="3821113"/>
              <a:ext cx="216000" cy="21600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131" name="Straight Connector 130">
              <a:extLst>
                <a:ext uri="{FF2B5EF4-FFF2-40B4-BE49-F238E27FC236}">
                  <a16:creationId xmlns:a16="http://schemas.microsoft.com/office/drawing/2014/main" id="{A9F76DC3-7031-F6EB-A4BC-357E4DF92F43}"/>
                </a:ext>
              </a:extLst>
            </p:cNvPr>
            <p:cNvCxnSpPr>
              <a:cxnSpLocks/>
            </p:cNvCxnSpPr>
            <p:nvPr/>
          </p:nvCxnSpPr>
          <p:spPr>
            <a:xfrm rot="5400000" flipH="1">
              <a:off x="8535213" y="3614114"/>
              <a:ext cx="41399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2" name="Rectangle 131">
              <a:extLst>
                <a:ext uri="{FF2B5EF4-FFF2-40B4-BE49-F238E27FC236}">
                  <a16:creationId xmlns:a16="http://schemas.microsoft.com/office/drawing/2014/main" id="{7F18D927-8B76-D8F3-2E8B-391511FEEAA8}"/>
                </a:ext>
              </a:extLst>
            </p:cNvPr>
            <p:cNvSpPr/>
            <p:nvPr/>
          </p:nvSpPr>
          <p:spPr>
            <a:xfrm rot="5400000">
              <a:off x="8248160" y="4303099"/>
              <a:ext cx="963969"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Stage </a:t>
              </a:r>
            </a:p>
            <a:p>
              <a:pPr algn="ctr"/>
              <a:r>
                <a:rPr lang="en-GB" sz="1600" dirty="0">
                  <a:solidFill>
                    <a:schemeClr val="tx1"/>
                  </a:solidFill>
                  <a:latin typeface="Consolas" panose="020B0609020204030204" pitchFamily="49" charset="0"/>
                  <a:cs typeface="Consolas" panose="020B0609020204030204" pitchFamily="49" charset="0"/>
                </a:rPr>
                <a:t>Number</a:t>
              </a:r>
            </a:p>
          </p:txBody>
        </p:sp>
      </p:grpSp>
      <p:grpSp>
        <p:nvGrpSpPr>
          <p:cNvPr id="122" name="Group 121">
            <a:extLst>
              <a:ext uri="{FF2B5EF4-FFF2-40B4-BE49-F238E27FC236}">
                <a16:creationId xmlns:a16="http://schemas.microsoft.com/office/drawing/2014/main" id="{243CEEF9-D995-D9E5-C0C7-7452E51B6571}"/>
              </a:ext>
            </a:extLst>
          </p:cNvPr>
          <p:cNvGrpSpPr/>
          <p:nvPr/>
        </p:nvGrpSpPr>
        <p:grpSpPr>
          <a:xfrm rot="16200000">
            <a:off x="10427021" y="2679827"/>
            <a:ext cx="411350" cy="1524280"/>
            <a:chOff x="8514144" y="3407114"/>
            <a:chExt cx="432000" cy="1600800"/>
          </a:xfrm>
        </p:grpSpPr>
        <p:sp>
          <p:nvSpPr>
            <p:cNvPr id="127" name="Oval 126">
              <a:extLst>
                <a:ext uri="{FF2B5EF4-FFF2-40B4-BE49-F238E27FC236}">
                  <a16:creationId xmlns:a16="http://schemas.microsoft.com/office/drawing/2014/main" id="{D139335C-B751-9C37-C0B5-5917FE5DB673}"/>
                </a:ext>
              </a:extLst>
            </p:cNvPr>
            <p:cNvSpPr/>
            <p:nvPr/>
          </p:nvSpPr>
          <p:spPr>
            <a:xfrm>
              <a:off x="8634212" y="3821113"/>
              <a:ext cx="216000" cy="216000"/>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128" name="Straight Connector 127">
              <a:extLst>
                <a:ext uri="{FF2B5EF4-FFF2-40B4-BE49-F238E27FC236}">
                  <a16:creationId xmlns:a16="http://schemas.microsoft.com/office/drawing/2014/main" id="{B865F2E4-4FD0-0D68-C3C9-EA0721851D74}"/>
                </a:ext>
              </a:extLst>
            </p:cNvPr>
            <p:cNvCxnSpPr>
              <a:cxnSpLocks/>
            </p:cNvCxnSpPr>
            <p:nvPr/>
          </p:nvCxnSpPr>
          <p:spPr>
            <a:xfrm rot="5400000" flipH="1">
              <a:off x="8535213" y="3614114"/>
              <a:ext cx="41399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9" name="Rectangle 128">
              <a:extLst>
                <a:ext uri="{FF2B5EF4-FFF2-40B4-BE49-F238E27FC236}">
                  <a16:creationId xmlns:a16="http://schemas.microsoft.com/office/drawing/2014/main" id="{DD447123-CA06-DFA5-4C65-3CD71C5F95AB}"/>
                </a:ext>
              </a:extLst>
            </p:cNvPr>
            <p:cNvSpPr/>
            <p:nvPr/>
          </p:nvSpPr>
          <p:spPr>
            <a:xfrm rot="5400000">
              <a:off x="8244743" y="4306514"/>
              <a:ext cx="970801"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Length</a:t>
              </a:r>
            </a:p>
          </p:txBody>
        </p:sp>
      </p:grpSp>
      <p:grpSp>
        <p:nvGrpSpPr>
          <p:cNvPr id="123" name="Group 122">
            <a:extLst>
              <a:ext uri="{FF2B5EF4-FFF2-40B4-BE49-F238E27FC236}">
                <a16:creationId xmlns:a16="http://schemas.microsoft.com/office/drawing/2014/main" id="{FA144E4C-2757-C120-073F-CAA132E25597}"/>
              </a:ext>
            </a:extLst>
          </p:cNvPr>
          <p:cNvGrpSpPr/>
          <p:nvPr/>
        </p:nvGrpSpPr>
        <p:grpSpPr>
          <a:xfrm rot="16200000">
            <a:off x="10297068" y="2510248"/>
            <a:ext cx="411350" cy="1264373"/>
            <a:chOff x="8492645" y="3407113"/>
            <a:chExt cx="432000" cy="1327846"/>
          </a:xfrm>
        </p:grpSpPr>
        <p:sp>
          <p:nvSpPr>
            <p:cNvPr id="124" name="Oval 123">
              <a:extLst>
                <a:ext uri="{FF2B5EF4-FFF2-40B4-BE49-F238E27FC236}">
                  <a16:creationId xmlns:a16="http://schemas.microsoft.com/office/drawing/2014/main" id="{5856E9E8-2FAD-8260-9DF1-BF2057BA5C6A}"/>
                </a:ext>
              </a:extLst>
            </p:cNvPr>
            <p:cNvSpPr/>
            <p:nvPr/>
          </p:nvSpPr>
          <p:spPr>
            <a:xfrm>
              <a:off x="8612712" y="3821113"/>
              <a:ext cx="216000" cy="216000"/>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125" name="Straight Connector 124">
              <a:extLst>
                <a:ext uri="{FF2B5EF4-FFF2-40B4-BE49-F238E27FC236}">
                  <a16:creationId xmlns:a16="http://schemas.microsoft.com/office/drawing/2014/main" id="{BD98E825-2482-46B0-C28F-535E1D9BFC61}"/>
                </a:ext>
              </a:extLst>
            </p:cNvPr>
            <p:cNvCxnSpPr>
              <a:cxnSpLocks/>
            </p:cNvCxnSpPr>
            <p:nvPr/>
          </p:nvCxnSpPr>
          <p:spPr>
            <a:xfrm rot="5400000" flipH="1">
              <a:off x="8513713" y="3614113"/>
              <a:ext cx="41399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6" name="Rectangle 125">
              <a:extLst>
                <a:ext uri="{FF2B5EF4-FFF2-40B4-BE49-F238E27FC236}">
                  <a16:creationId xmlns:a16="http://schemas.microsoft.com/office/drawing/2014/main" id="{131C5F93-209A-5514-E97A-3B893C61912D}"/>
                </a:ext>
              </a:extLst>
            </p:cNvPr>
            <p:cNvSpPr/>
            <p:nvPr/>
          </p:nvSpPr>
          <p:spPr>
            <a:xfrm rot="5400000">
              <a:off x="8359722" y="4170037"/>
              <a:ext cx="697845"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Type</a:t>
              </a:r>
            </a:p>
          </p:txBody>
        </p:sp>
      </p:grpSp>
      <p:grpSp>
        <p:nvGrpSpPr>
          <p:cNvPr id="135" name="Group 134">
            <a:extLst>
              <a:ext uri="{FF2B5EF4-FFF2-40B4-BE49-F238E27FC236}">
                <a16:creationId xmlns:a16="http://schemas.microsoft.com/office/drawing/2014/main" id="{D23B6A8C-AFDD-E159-4522-0BC21B0E1069}"/>
              </a:ext>
            </a:extLst>
          </p:cNvPr>
          <p:cNvGrpSpPr/>
          <p:nvPr/>
        </p:nvGrpSpPr>
        <p:grpSpPr>
          <a:xfrm>
            <a:off x="8673585" y="5746937"/>
            <a:ext cx="2999426" cy="954444"/>
            <a:chOff x="581019" y="335304"/>
            <a:chExt cx="3150000" cy="1002358"/>
          </a:xfrm>
        </p:grpSpPr>
        <p:grpSp>
          <p:nvGrpSpPr>
            <p:cNvPr id="136" name="Group 135">
              <a:extLst>
                <a:ext uri="{FF2B5EF4-FFF2-40B4-BE49-F238E27FC236}">
                  <a16:creationId xmlns:a16="http://schemas.microsoft.com/office/drawing/2014/main" id="{A9492257-2CF8-5917-AE6D-EFC83D8EE5A8}"/>
                </a:ext>
              </a:extLst>
            </p:cNvPr>
            <p:cNvGrpSpPr/>
            <p:nvPr/>
          </p:nvGrpSpPr>
          <p:grpSpPr>
            <a:xfrm>
              <a:off x="581019" y="437662"/>
              <a:ext cx="1260000" cy="900000"/>
              <a:chOff x="3074504" y="1020417"/>
              <a:chExt cx="1260000" cy="467999"/>
            </a:xfrm>
          </p:grpSpPr>
          <p:sp>
            <p:nvSpPr>
              <p:cNvPr id="141" name="Rectangle 140">
                <a:extLst>
                  <a:ext uri="{FF2B5EF4-FFF2-40B4-BE49-F238E27FC236}">
                    <a16:creationId xmlns:a16="http://schemas.microsoft.com/office/drawing/2014/main" id="{A397AA9D-EDAB-3F63-7A8E-E8F82BDAB54B}"/>
                  </a:ext>
                </a:extLst>
              </p:cNvPr>
              <p:cNvSpPr/>
              <p:nvPr/>
            </p:nvSpPr>
            <p:spPr>
              <a:xfrm>
                <a:off x="3074504" y="1020417"/>
                <a:ext cx="1260000" cy="467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sz="1600" dirty="0">
                  <a:latin typeface="Arial Narrow" panose="020B0606020202030204" pitchFamily="34" charset="0"/>
                </a:endParaRPr>
              </a:p>
            </p:txBody>
          </p:sp>
          <p:sp>
            <p:nvSpPr>
              <p:cNvPr id="142" name="TextBox 141">
                <a:extLst>
                  <a:ext uri="{FF2B5EF4-FFF2-40B4-BE49-F238E27FC236}">
                    <a16:creationId xmlns:a16="http://schemas.microsoft.com/office/drawing/2014/main" id="{57B01887-E0DE-CC91-5C7D-8350D94011F4}"/>
                  </a:ext>
                </a:extLst>
              </p:cNvPr>
              <p:cNvSpPr txBox="1"/>
              <p:nvPr/>
            </p:nvSpPr>
            <p:spPr>
              <a:xfrm>
                <a:off x="3077272" y="1146585"/>
                <a:ext cx="1254526" cy="184885"/>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Locations</a:t>
                </a:r>
              </a:p>
            </p:txBody>
          </p:sp>
        </p:grpSp>
        <p:grpSp>
          <p:nvGrpSpPr>
            <p:cNvPr id="137" name="Group 136">
              <a:extLst>
                <a:ext uri="{FF2B5EF4-FFF2-40B4-BE49-F238E27FC236}">
                  <a16:creationId xmlns:a16="http://schemas.microsoft.com/office/drawing/2014/main" id="{157BD47B-C36E-DA65-21DD-7C8765D685BD}"/>
                </a:ext>
              </a:extLst>
            </p:cNvPr>
            <p:cNvGrpSpPr/>
            <p:nvPr/>
          </p:nvGrpSpPr>
          <p:grpSpPr>
            <a:xfrm rot="16200000">
              <a:off x="2570019" y="-393696"/>
              <a:ext cx="432000" cy="1890000"/>
              <a:chOff x="8514144" y="3407114"/>
              <a:chExt cx="432000" cy="1890000"/>
            </a:xfrm>
          </p:grpSpPr>
          <p:sp>
            <p:nvSpPr>
              <p:cNvPr id="138" name="Oval 137">
                <a:extLst>
                  <a:ext uri="{FF2B5EF4-FFF2-40B4-BE49-F238E27FC236}">
                    <a16:creationId xmlns:a16="http://schemas.microsoft.com/office/drawing/2014/main" id="{AED0EFA7-FFF9-46D6-863F-B80F9C442FB4}"/>
                  </a:ext>
                </a:extLst>
              </p:cNvPr>
              <p:cNvSpPr/>
              <p:nvPr/>
            </p:nvSpPr>
            <p:spPr>
              <a:xfrm>
                <a:off x="8634212" y="3821113"/>
                <a:ext cx="216000" cy="21600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139" name="Straight Connector 138">
                <a:extLst>
                  <a:ext uri="{FF2B5EF4-FFF2-40B4-BE49-F238E27FC236}">
                    <a16:creationId xmlns:a16="http://schemas.microsoft.com/office/drawing/2014/main" id="{0D032E1F-3B89-9FE7-86F8-5E37BE4234AE}"/>
                  </a:ext>
                </a:extLst>
              </p:cNvPr>
              <p:cNvCxnSpPr>
                <a:cxnSpLocks/>
              </p:cNvCxnSpPr>
              <p:nvPr/>
            </p:nvCxnSpPr>
            <p:spPr>
              <a:xfrm rot="5400000" flipH="1">
                <a:off x="8535213" y="3614114"/>
                <a:ext cx="41399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0" name="Rectangle 139">
                <a:extLst>
                  <a:ext uri="{FF2B5EF4-FFF2-40B4-BE49-F238E27FC236}">
                    <a16:creationId xmlns:a16="http://schemas.microsoft.com/office/drawing/2014/main" id="{AD69C238-C4DE-280A-A1AC-6BEAB6D97C51}"/>
                  </a:ext>
                </a:extLst>
              </p:cNvPr>
              <p:cNvSpPr/>
              <p:nvPr/>
            </p:nvSpPr>
            <p:spPr>
              <a:xfrm rot="5400000">
                <a:off x="8100144" y="4451114"/>
                <a:ext cx="1260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Location Name</a:t>
                </a:r>
              </a:p>
            </p:txBody>
          </p:sp>
        </p:grpSp>
      </p:grpSp>
      <p:grpSp>
        <p:nvGrpSpPr>
          <p:cNvPr id="143" name="Group 142">
            <a:extLst>
              <a:ext uri="{FF2B5EF4-FFF2-40B4-BE49-F238E27FC236}">
                <a16:creationId xmlns:a16="http://schemas.microsoft.com/office/drawing/2014/main" id="{2B890426-0DE8-FAA3-0E7D-BBED06F747A7}"/>
              </a:ext>
            </a:extLst>
          </p:cNvPr>
          <p:cNvGrpSpPr/>
          <p:nvPr/>
        </p:nvGrpSpPr>
        <p:grpSpPr>
          <a:xfrm>
            <a:off x="7525162" y="4412754"/>
            <a:ext cx="1713958" cy="856979"/>
            <a:chOff x="3074504" y="1020417"/>
            <a:chExt cx="1260000" cy="468000"/>
          </a:xfrm>
        </p:grpSpPr>
        <p:sp>
          <p:nvSpPr>
            <p:cNvPr id="144" name="Diamond 143">
              <a:extLst>
                <a:ext uri="{FF2B5EF4-FFF2-40B4-BE49-F238E27FC236}">
                  <a16:creationId xmlns:a16="http://schemas.microsoft.com/office/drawing/2014/main" id="{0278D511-E52E-3D29-B0DD-F75F8CB79AE6}"/>
                </a:ext>
              </a:extLst>
            </p:cNvPr>
            <p:cNvSpPr/>
            <p:nvPr/>
          </p:nvSpPr>
          <p:spPr>
            <a:xfrm>
              <a:off x="3074504" y="1020417"/>
              <a:ext cx="1260000" cy="468000"/>
            </a:xfrm>
            <a:prstGeom prst="diamond">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sz="1600">
                <a:latin typeface="Arial Narrow" panose="020B0606020202030204" pitchFamily="34" charset="0"/>
              </a:endParaRPr>
            </a:p>
          </p:txBody>
        </p:sp>
        <p:sp>
          <p:nvSpPr>
            <p:cNvPr id="145" name="TextBox 144">
              <a:extLst>
                <a:ext uri="{FF2B5EF4-FFF2-40B4-BE49-F238E27FC236}">
                  <a16:creationId xmlns:a16="http://schemas.microsoft.com/office/drawing/2014/main" id="{E5A1CE68-C1A7-F590-F9DB-1B20F90AA961}"/>
                </a:ext>
              </a:extLst>
            </p:cNvPr>
            <p:cNvSpPr txBox="1"/>
            <p:nvPr/>
          </p:nvSpPr>
          <p:spPr>
            <a:xfrm>
              <a:off x="3430422" y="1159225"/>
              <a:ext cx="548208" cy="184886"/>
            </a:xfrm>
            <a:prstGeom prst="rect">
              <a:avLst/>
            </a:prstGeom>
            <a:noFill/>
          </p:spPr>
          <p:txBody>
            <a:bodyPr wrap="none" rtlCol="0" anchor="ctr">
              <a:spAutoFit/>
            </a:bodyPr>
            <a:lstStyle/>
            <a:p>
              <a:pPr algn="ctr"/>
              <a:r>
                <a:rPr lang="en-US" sz="1600" dirty="0">
                  <a:latin typeface="Consolas" panose="020B0609020204030204" pitchFamily="49" charset="0"/>
                  <a:cs typeface="Consolas" panose="020B0609020204030204" pitchFamily="49" charset="0"/>
                </a:rPr>
                <a:t>Start</a:t>
              </a:r>
              <a:endParaRPr lang="en-SG" sz="1600" dirty="0">
                <a:latin typeface="Consolas" panose="020B0609020204030204" pitchFamily="49" charset="0"/>
                <a:cs typeface="Consolas" panose="020B0609020204030204" pitchFamily="49" charset="0"/>
              </a:endParaRPr>
            </a:p>
          </p:txBody>
        </p:sp>
      </p:grpSp>
      <p:cxnSp>
        <p:nvCxnSpPr>
          <p:cNvPr id="149" name="Straight Connector 148">
            <a:extLst>
              <a:ext uri="{FF2B5EF4-FFF2-40B4-BE49-F238E27FC236}">
                <a16:creationId xmlns:a16="http://schemas.microsoft.com/office/drawing/2014/main" id="{599CF724-322E-B593-2357-9B266EBAD378}"/>
              </a:ext>
            </a:extLst>
          </p:cNvPr>
          <p:cNvCxnSpPr>
            <a:cxnSpLocks/>
            <a:stCxn id="144" idx="0"/>
            <a:endCxn id="133" idx="2"/>
          </p:cNvCxnSpPr>
          <p:nvPr/>
        </p:nvCxnSpPr>
        <p:spPr>
          <a:xfrm flipV="1">
            <a:off x="8382141" y="3862629"/>
            <a:ext cx="888530" cy="5501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6FCA2EC9-A86F-7FB9-5172-B5B5A29FC8B5}"/>
              </a:ext>
            </a:extLst>
          </p:cNvPr>
          <p:cNvCxnSpPr>
            <a:cxnSpLocks/>
            <a:stCxn id="141" idx="0"/>
            <a:endCxn id="144" idx="2"/>
          </p:cNvCxnSpPr>
          <p:nvPr/>
        </p:nvCxnSpPr>
        <p:spPr>
          <a:xfrm flipH="1" flipV="1">
            <a:off x="8382141" y="5269733"/>
            <a:ext cx="891329" cy="5746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0" name="Group 159">
            <a:extLst>
              <a:ext uri="{FF2B5EF4-FFF2-40B4-BE49-F238E27FC236}">
                <a16:creationId xmlns:a16="http://schemas.microsoft.com/office/drawing/2014/main" id="{25D28CCD-5A86-C273-F980-5712EE6B0E46}"/>
              </a:ext>
            </a:extLst>
          </p:cNvPr>
          <p:cNvGrpSpPr/>
          <p:nvPr/>
        </p:nvGrpSpPr>
        <p:grpSpPr>
          <a:xfrm>
            <a:off x="9387600" y="4412754"/>
            <a:ext cx="1713958" cy="856979"/>
            <a:chOff x="3074504" y="1020417"/>
            <a:chExt cx="1260000" cy="468000"/>
          </a:xfrm>
        </p:grpSpPr>
        <p:sp>
          <p:nvSpPr>
            <p:cNvPr id="161" name="Diamond 160">
              <a:extLst>
                <a:ext uri="{FF2B5EF4-FFF2-40B4-BE49-F238E27FC236}">
                  <a16:creationId xmlns:a16="http://schemas.microsoft.com/office/drawing/2014/main" id="{FDB074F2-E23A-65F9-796D-289C4BF2C66A}"/>
                </a:ext>
              </a:extLst>
            </p:cNvPr>
            <p:cNvSpPr/>
            <p:nvPr/>
          </p:nvSpPr>
          <p:spPr>
            <a:xfrm>
              <a:off x="3074504" y="1020417"/>
              <a:ext cx="1260000" cy="468000"/>
            </a:xfrm>
            <a:prstGeom prst="diamond">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sz="1600">
                <a:latin typeface="Arial Narrow" panose="020B0606020202030204" pitchFamily="34" charset="0"/>
              </a:endParaRPr>
            </a:p>
          </p:txBody>
        </p:sp>
        <p:sp>
          <p:nvSpPr>
            <p:cNvPr id="162" name="TextBox 161">
              <a:extLst>
                <a:ext uri="{FF2B5EF4-FFF2-40B4-BE49-F238E27FC236}">
                  <a16:creationId xmlns:a16="http://schemas.microsoft.com/office/drawing/2014/main" id="{F50F51FF-E0DE-5143-D107-33488C61F48A}"/>
                </a:ext>
              </a:extLst>
            </p:cNvPr>
            <p:cNvSpPr txBox="1"/>
            <p:nvPr/>
          </p:nvSpPr>
          <p:spPr>
            <a:xfrm>
              <a:off x="3512912" y="1159225"/>
              <a:ext cx="383227" cy="184886"/>
            </a:xfrm>
            <a:prstGeom prst="rect">
              <a:avLst/>
            </a:prstGeom>
            <a:noFill/>
          </p:spPr>
          <p:txBody>
            <a:bodyPr wrap="none" rtlCol="0" anchor="ctr">
              <a:spAutoFit/>
            </a:bodyPr>
            <a:lstStyle/>
            <a:p>
              <a:pPr algn="ctr"/>
              <a:r>
                <a:rPr lang="en-US" sz="1600" dirty="0">
                  <a:latin typeface="Consolas" panose="020B0609020204030204" pitchFamily="49" charset="0"/>
                  <a:cs typeface="Consolas" panose="020B0609020204030204" pitchFamily="49" charset="0"/>
                </a:rPr>
                <a:t>End</a:t>
              </a:r>
              <a:endParaRPr lang="en-SG" sz="1600" dirty="0">
                <a:latin typeface="Consolas" panose="020B0609020204030204" pitchFamily="49" charset="0"/>
                <a:cs typeface="Consolas" panose="020B0609020204030204" pitchFamily="49" charset="0"/>
              </a:endParaRPr>
            </a:p>
          </p:txBody>
        </p:sp>
      </p:grpSp>
      <p:cxnSp>
        <p:nvCxnSpPr>
          <p:cNvPr id="163" name="Straight Connector 162">
            <a:extLst>
              <a:ext uri="{FF2B5EF4-FFF2-40B4-BE49-F238E27FC236}">
                <a16:creationId xmlns:a16="http://schemas.microsoft.com/office/drawing/2014/main" id="{42B542D1-0247-FB57-A22D-022663CBD352}"/>
              </a:ext>
            </a:extLst>
          </p:cNvPr>
          <p:cNvCxnSpPr>
            <a:cxnSpLocks/>
            <a:stCxn id="161" idx="0"/>
            <a:endCxn id="133" idx="2"/>
          </p:cNvCxnSpPr>
          <p:nvPr/>
        </p:nvCxnSpPr>
        <p:spPr>
          <a:xfrm flipH="1" flipV="1">
            <a:off x="9270671" y="3862629"/>
            <a:ext cx="973908" cy="5501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3F69CD96-14A2-0A00-E840-D15CAF0BF110}"/>
              </a:ext>
            </a:extLst>
          </p:cNvPr>
          <p:cNvCxnSpPr>
            <a:cxnSpLocks/>
            <a:stCxn id="141" idx="0"/>
            <a:endCxn id="161" idx="2"/>
          </p:cNvCxnSpPr>
          <p:nvPr/>
        </p:nvCxnSpPr>
        <p:spPr>
          <a:xfrm flipV="1">
            <a:off x="9273470" y="5269733"/>
            <a:ext cx="971109" cy="5746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4" name="Group 103">
            <a:extLst>
              <a:ext uri="{FF2B5EF4-FFF2-40B4-BE49-F238E27FC236}">
                <a16:creationId xmlns:a16="http://schemas.microsoft.com/office/drawing/2014/main" id="{922AD1A4-C14D-028B-8723-5A61391A350D}"/>
              </a:ext>
            </a:extLst>
          </p:cNvPr>
          <p:cNvGrpSpPr/>
          <p:nvPr/>
        </p:nvGrpSpPr>
        <p:grpSpPr>
          <a:xfrm>
            <a:off x="5135500" y="2137122"/>
            <a:ext cx="1713958" cy="856979"/>
            <a:chOff x="3074504" y="1020417"/>
            <a:chExt cx="1260000" cy="468000"/>
          </a:xfrm>
        </p:grpSpPr>
        <p:sp>
          <p:nvSpPr>
            <p:cNvPr id="114" name="Diamond 113">
              <a:extLst>
                <a:ext uri="{FF2B5EF4-FFF2-40B4-BE49-F238E27FC236}">
                  <a16:creationId xmlns:a16="http://schemas.microsoft.com/office/drawing/2014/main" id="{5679B342-434C-9B4A-B8BE-69B1F5FAB216}"/>
                </a:ext>
              </a:extLst>
            </p:cNvPr>
            <p:cNvSpPr/>
            <p:nvPr/>
          </p:nvSpPr>
          <p:spPr>
            <a:xfrm>
              <a:off x="3074504" y="1020417"/>
              <a:ext cx="1260000" cy="468000"/>
            </a:xfrm>
            <a:prstGeom prst="diamond">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sz="1600" dirty="0">
                <a:latin typeface="Arial Narrow" panose="020B0606020202030204" pitchFamily="34" charset="0"/>
              </a:endParaRPr>
            </a:p>
          </p:txBody>
        </p:sp>
        <p:sp>
          <p:nvSpPr>
            <p:cNvPr id="115" name="TextBox 114">
              <a:extLst>
                <a:ext uri="{FF2B5EF4-FFF2-40B4-BE49-F238E27FC236}">
                  <a16:creationId xmlns:a16="http://schemas.microsoft.com/office/drawing/2014/main" id="{74BCA9B0-F00D-B415-2867-4BF5D5E0FA73}"/>
                </a:ext>
              </a:extLst>
            </p:cNvPr>
            <p:cNvSpPr txBox="1"/>
            <p:nvPr/>
          </p:nvSpPr>
          <p:spPr>
            <a:xfrm>
              <a:off x="3347930" y="1159226"/>
              <a:ext cx="713187" cy="184886"/>
            </a:xfrm>
            <a:prstGeom prst="rect">
              <a:avLst/>
            </a:prstGeom>
            <a:noFill/>
          </p:spPr>
          <p:txBody>
            <a:bodyPr wrap="none" rtlCol="0" anchor="ctr">
              <a:spAutoFit/>
            </a:bodyPr>
            <a:lstStyle/>
            <a:p>
              <a:pPr algn="ctr"/>
              <a:r>
                <a:rPr lang="en-US" sz="1600" dirty="0">
                  <a:latin typeface="Consolas" panose="020B0609020204030204" pitchFamily="49" charset="0"/>
                  <a:cs typeface="Consolas" panose="020B0609020204030204" pitchFamily="49" charset="0"/>
                </a:rPr>
                <a:t>Compete</a:t>
              </a:r>
              <a:endParaRPr lang="en-SG" sz="1600" dirty="0">
                <a:latin typeface="Consolas" panose="020B0609020204030204" pitchFamily="49" charset="0"/>
                <a:cs typeface="Consolas" panose="020B0609020204030204" pitchFamily="49" charset="0"/>
              </a:endParaRPr>
            </a:p>
          </p:txBody>
        </p:sp>
      </p:grpSp>
      <p:cxnSp>
        <p:nvCxnSpPr>
          <p:cNvPr id="158" name="Straight Connector 157">
            <a:extLst>
              <a:ext uri="{FF2B5EF4-FFF2-40B4-BE49-F238E27FC236}">
                <a16:creationId xmlns:a16="http://schemas.microsoft.com/office/drawing/2014/main" id="{922E0493-02D2-369E-81B4-E085DF953C30}"/>
              </a:ext>
            </a:extLst>
          </p:cNvPr>
          <p:cNvCxnSpPr>
            <a:cxnSpLocks/>
            <a:stCxn id="60" idx="2"/>
            <a:endCxn id="156" idx="1"/>
          </p:cNvCxnSpPr>
          <p:nvPr/>
        </p:nvCxnSpPr>
        <p:spPr>
          <a:xfrm>
            <a:off x="2436079" y="3690298"/>
            <a:ext cx="2681775" cy="2379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C1D3169B-4288-5D6F-8728-EF2859300108}"/>
              </a:ext>
            </a:extLst>
          </p:cNvPr>
          <p:cNvCxnSpPr>
            <a:cxnSpLocks/>
            <a:stCxn id="156" idx="3"/>
            <a:endCxn id="133" idx="1"/>
          </p:cNvCxnSpPr>
          <p:nvPr/>
        </p:nvCxnSpPr>
        <p:spPr>
          <a:xfrm flipV="1">
            <a:off x="6831812" y="3252090"/>
            <a:ext cx="1838974" cy="6761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8" name="Group 177">
            <a:extLst>
              <a:ext uri="{FF2B5EF4-FFF2-40B4-BE49-F238E27FC236}">
                <a16:creationId xmlns:a16="http://schemas.microsoft.com/office/drawing/2014/main" id="{46E776B8-90AF-7337-838C-F2709ECEA5A3}"/>
              </a:ext>
            </a:extLst>
          </p:cNvPr>
          <p:cNvGrpSpPr/>
          <p:nvPr/>
        </p:nvGrpSpPr>
        <p:grpSpPr>
          <a:xfrm>
            <a:off x="5117854" y="3499743"/>
            <a:ext cx="1713958" cy="1836500"/>
            <a:chOff x="4144241" y="4486534"/>
            <a:chExt cx="1800000" cy="1928694"/>
          </a:xfrm>
        </p:grpSpPr>
        <p:grpSp>
          <p:nvGrpSpPr>
            <p:cNvPr id="155" name="Group 154">
              <a:extLst>
                <a:ext uri="{FF2B5EF4-FFF2-40B4-BE49-F238E27FC236}">
                  <a16:creationId xmlns:a16="http://schemas.microsoft.com/office/drawing/2014/main" id="{316F7B6C-B085-5F94-007B-AC6EE974D7CA}"/>
                </a:ext>
              </a:extLst>
            </p:cNvPr>
            <p:cNvGrpSpPr/>
            <p:nvPr/>
          </p:nvGrpSpPr>
          <p:grpSpPr>
            <a:xfrm>
              <a:off x="4144241" y="4486534"/>
              <a:ext cx="1800000" cy="900000"/>
              <a:chOff x="3074504" y="1020417"/>
              <a:chExt cx="1260000" cy="468000"/>
            </a:xfrm>
          </p:grpSpPr>
          <p:sp>
            <p:nvSpPr>
              <p:cNvPr id="156" name="Diamond 155">
                <a:extLst>
                  <a:ext uri="{FF2B5EF4-FFF2-40B4-BE49-F238E27FC236}">
                    <a16:creationId xmlns:a16="http://schemas.microsoft.com/office/drawing/2014/main" id="{CE044FC7-7C40-E456-B8F4-1DF13386E5C6}"/>
                  </a:ext>
                </a:extLst>
              </p:cNvPr>
              <p:cNvSpPr/>
              <p:nvPr/>
            </p:nvSpPr>
            <p:spPr>
              <a:xfrm>
                <a:off x="3074504" y="1020417"/>
                <a:ext cx="1260000" cy="468000"/>
              </a:xfrm>
              <a:prstGeom prst="diamond">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sz="1600">
                  <a:latin typeface="Arial Narrow" panose="020B0606020202030204" pitchFamily="34" charset="0"/>
                </a:endParaRPr>
              </a:p>
            </p:txBody>
          </p:sp>
          <p:sp>
            <p:nvSpPr>
              <p:cNvPr id="157" name="TextBox 156">
                <a:extLst>
                  <a:ext uri="{FF2B5EF4-FFF2-40B4-BE49-F238E27FC236}">
                    <a16:creationId xmlns:a16="http://schemas.microsoft.com/office/drawing/2014/main" id="{566FB4F7-CDAE-F0FF-3F65-7B6EBCE96137}"/>
                  </a:ext>
                </a:extLst>
              </p:cNvPr>
              <p:cNvSpPr txBox="1"/>
              <p:nvPr/>
            </p:nvSpPr>
            <p:spPr>
              <a:xfrm>
                <a:off x="3462599" y="1155642"/>
                <a:ext cx="483850" cy="192053"/>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Exit</a:t>
                </a:r>
              </a:p>
            </p:txBody>
          </p:sp>
        </p:grpSp>
        <p:grpSp>
          <p:nvGrpSpPr>
            <p:cNvPr id="171" name="Group 170">
              <a:extLst>
                <a:ext uri="{FF2B5EF4-FFF2-40B4-BE49-F238E27FC236}">
                  <a16:creationId xmlns:a16="http://schemas.microsoft.com/office/drawing/2014/main" id="{B82BCC0B-281C-54B8-8143-A8B346BEB195}"/>
                </a:ext>
              </a:extLst>
            </p:cNvPr>
            <p:cNvGrpSpPr/>
            <p:nvPr/>
          </p:nvGrpSpPr>
          <p:grpSpPr>
            <a:xfrm>
              <a:off x="4414241" y="5375963"/>
              <a:ext cx="1260000" cy="1039265"/>
              <a:chOff x="8100144" y="3407114"/>
              <a:chExt cx="1260000" cy="1039265"/>
            </a:xfrm>
          </p:grpSpPr>
          <p:sp>
            <p:nvSpPr>
              <p:cNvPr id="172" name="Oval 171">
                <a:extLst>
                  <a:ext uri="{FF2B5EF4-FFF2-40B4-BE49-F238E27FC236}">
                    <a16:creationId xmlns:a16="http://schemas.microsoft.com/office/drawing/2014/main" id="{0CC1BDE5-ABE5-1802-491B-6B4C43841122}"/>
                  </a:ext>
                </a:extLst>
              </p:cNvPr>
              <p:cNvSpPr/>
              <p:nvPr/>
            </p:nvSpPr>
            <p:spPr>
              <a:xfrm>
                <a:off x="8634212" y="3821113"/>
                <a:ext cx="216000" cy="216000"/>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173" name="Straight Connector 172">
                <a:extLst>
                  <a:ext uri="{FF2B5EF4-FFF2-40B4-BE49-F238E27FC236}">
                    <a16:creationId xmlns:a16="http://schemas.microsoft.com/office/drawing/2014/main" id="{82C5035A-6321-507F-64DF-5F26BE2F954D}"/>
                  </a:ext>
                </a:extLst>
              </p:cNvPr>
              <p:cNvCxnSpPr>
                <a:cxnSpLocks/>
              </p:cNvCxnSpPr>
              <p:nvPr/>
            </p:nvCxnSpPr>
            <p:spPr>
              <a:xfrm rot="5400000" flipH="1">
                <a:off x="8535213" y="3614114"/>
                <a:ext cx="41399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4" name="Rectangle 173">
                <a:extLst>
                  <a:ext uri="{FF2B5EF4-FFF2-40B4-BE49-F238E27FC236}">
                    <a16:creationId xmlns:a16="http://schemas.microsoft.com/office/drawing/2014/main" id="{01EA37EA-A1DD-ADA8-2ED4-61593F4CA829}"/>
                  </a:ext>
                </a:extLst>
              </p:cNvPr>
              <p:cNvSpPr/>
              <p:nvPr/>
            </p:nvSpPr>
            <p:spPr>
              <a:xfrm>
                <a:off x="8100144" y="4014379"/>
                <a:ext cx="1260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Reason</a:t>
                </a:r>
              </a:p>
            </p:txBody>
          </p:sp>
        </p:grpSp>
      </p:grpSp>
      <p:grpSp>
        <p:nvGrpSpPr>
          <p:cNvPr id="186" name="Group 185">
            <a:extLst>
              <a:ext uri="{FF2B5EF4-FFF2-40B4-BE49-F238E27FC236}">
                <a16:creationId xmlns:a16="http://schemas.microsoft.com/office/drawing/2014/main" id="{FD445DD4-DFA3-44EE-2CEA-EE61F1AA4695}"/>
              </a:ext>
            </a:extLst>
          </p:cNvPr>
          <p:cNvGrpSpPr/>
          <p:nvPr/>
        </p:nvGrpSpPr>
        <p:grpSpPr>
          <a:xfrm>
            <a:off x="1585980" y="1640934"/>
            <a:ext cx="1713958" cy="856979"/>
            <a:chOff x="3074504" y="1020417"/>
            <a:chExt cx="1260000" cy="468000"/>
          </a:xfrm>
        </p:grpSpPr>
        <p:sp>
          <p:nvSpPr>
            <p:cNvPr id="187" name="Diamond 186">
              <a:extLst>
                <a:ext uri="{FF2B5EF4-FFF2-40B4-BE49-F238E27FC236}">
                  <a16:creationId xmlns:a16="http://schemas.microsoft.com/office/drawing/2014/main" id="{EA022268-7764-8F83-DA1B-26E48BF8306D}"/>
                </a:ext>
              </a:extLst>
            </p:cNvPr>
            <p:cNvSpPr/>
            <p:nvPr/>
          </p:nvSpPr>
          <p:spPr>
            <a:xfrm>
              <a:off x="3074504" y="1020417"/>
              <a:ext cx="1260000" cy="468000"/>
            </a:xfrm>
            <a:prstGeom prst="diamond">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sz="1600">
                <a:latin typeface="Arial Narrow" panose="020B0606020202030204" pitchFamily="34" charset="0"/>
              </a:endParaRPr>
            </a:p>
          </p:txBody>
        </p:sp>
        <p:sp>
          <p:nvSpPr>
            <p:cNvPr id="188" name="TextBox 187">
              <a:extLst>
                <a:ext uri="{FF2B5EF4-FFF2-40B4-BE49-F238E27FC236}">
                  <a16:creationId xmlns:a16="http://schemas.microsoft.com/office/drawing/2014/main" id="{0446E57A-6AE3-9E08-6D4F-85905ED00504}"/>
                </a:ext>
              </a:extLst>
            </p:cNvPr>
            <p:cNvSpPr txBox="1"/>
            <p:nvPr/>
          </p:nvSpPr>
          <p:spPr>
            <a:xfrm>
              <a:off x="3347939" y="1159225"/>
              <a:ext cx="713187" cy="184886"/>
            </a:xfrm>
            <a:prstGeom prst="rect">
              <a:avLst/>
            </a:prstGeom>
            <a:noFill/>
          </p:spPr>
          <p:txBody>
            <a:bodyPr wrap="none" rtlCol="0" anchor="ctr">
              <a:spAutoFit/>
            </a:bodyPr>
            <a:lstStyle/>
            <a:p>
              <a:pPr algn="ctr"/>
              <a:r>
                <a:rPr lang="en-US" sz="1600" dirty="0">
                  <a:latin typeface="Consolas" panose="020B0609020204030204" pitchFamily="49" charset="0"/>
                  <a:cs typeface="Consolas" panose="020B0609020204030204" pitchFamily="49" charset="0"/>
                </a:rPr>
                <a:t>Consist</a:t>
              </a:r>
              <a:endParaRPr lang="en-SG" sz="1600" dirty="0">
                <a:latin typeface="Consolas" panose="020B0609020204030204" pitchFamily="49" charset="0"/>
                <a:cs typeface="Consolas" panose="020B0609020204030204" pitchFamily="49" charset="0"/>
              </a:endParaRPr>
            </a:p>
          </p:txBody>
        </p:sp>
      </p:grpSp>
      <p:cxnSp>
        <p:nvCxnSpPr>
          <p:cNvPr id="192" name="Straight Connector 191">
            <a:extLst>
              <a:ext uri="{FF2B5EF4-FFF2-40B4-BE49-F238E27FC236}">
                <a16:creationId xmlns:a16="http://schemas.microsoft.com/office/drawing/2014/main" id="{732B01E5-29A2-EF70-2D0D-980359796BBF}"/>
              </a:ext>
            </a:extLst>
          </p:cNvPr>
          <p:cNvCxnSpPr>
            <a:cxnSpLocks/>
            <a:stCxn id="60" idx="0"/>
            <a:endCxn id="187" idx="2"/>
          </p:cNvCxnSpPr>
          <p:nvPr/>
        </p:nvCxnSpPr>
        <p:spPr>
          <a:xfrm flipV="1">
            <a:off x="2436079" y="2497913"/>
            <a:ext cx="6880" cy="3354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 name="Straight Connector 57">
            <a:extLst>
              <a:ext uri="{FF2B5EF4-FFF2-40B4-BE49-F238E27FC236}">
                <a16:creationId xmlns:a16="http://schemas.microsoft.com/office/drawing/2014/main" id="{E64CC149-5C58-B990-97BA-C5E0EABB4F6B}"/>
              </a:ext>
            </a:extLst>
          </p:cNvPr>
          <p:cNvCxnSpPr>
            <a:cxnSpLocks/>
            <a:stCxn id="111" idx="2"/>
            <a:endCxn id="5" idx="1"/>
          </p:cNvCxnSpPr>
          <p:nvPr/>
        </p:nvCxnSpPr>
        <p:spPr>
          <a:xfrm rot="16200000" flipH="1">
            <a:off x="810199" y="4598015"/>
            <a:ext cx="1198559" cy="858159"/>
          </a:xfrm>
          <a:prstGeom prst="bentConnector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E25363A-FF84-AC09-237C-F2583883F382}"/>
              </a:ext>
            </a:extLst>
          </p:cNvPr>
          <p:cNvCxnSpPr>
            <a:cxnSpLocks/>
            <a:stCxn id="111" idx="0"/>
            <a:endCxn id="108" idx="2"/>
          </p:cNvCxnSpPr>
          <p:nvPr/>
        </p:nvCxnSpPr>
        <p:spPr>
          <a:xfrm flipH="1" flipV="1">
            <a:off x="978961" y="1190784"/>
            <a:ext cx="1438" cy="23800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B7B72B3A-8E79-14F3-9E94-4D1D6EB540F4}"/>
              </a:ext>
            </a:extLst>
          </p:cNvPr>
          <p:cNvCxnSpPr>
            <a:cxnSpLocks/>
            <a:stCxn id="60" idx="0"/>
            <a:endCxn id="114" idx="1"/>
          </p:cNvCxnSpPr>
          <p:nvPr/>
        </p:nvCxnSpPr>
        <p:spPr>
          <a:xfrm flipV="1">
            <a:off x="2436080" y="2565611"/>
            <a:ext cx="2699421" cy="2677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BA6741B-4D8C-BCA0-D15C-5F5375F5FA14}"/>
              </a:ext>
            </a:extLst>
          </p:cNvPr>
          <p:cNvCxnSpPr>
            <a:cxnSpLocks/>
            <a:stCxn id="114" idx="3"/>
            <a:endCxn id="133" idx="1"/>
          </p:cNvCxnSpPr>
          <p:nvPr/>
        </p:nvCxnSpPr>
        <p:spPr>
          <a:xfrm>
            <a:off x="6849458" y="2565612"/>
            <a:ext cx="1821328" cy="6864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9" name="Group 158">
            <a:extLst>
              <a:ext uri="{FF2B5EF4-FFF2-40B4-BE49-F238E27FC236}">
                <a16:creationId xmlns:a16="http://schemas.microsoft.com/office/drawing/2014/main" id="{E646D060-4866-C417-B965-F4BF80319965}"/>
              </a:ext>
            </a:extLst>
          </p:cNvPr>
          <p:cNvGrpSpPr/>
          <p:nvPr/>
        </p:nvGrpSpPr>
        <p:grpSpPr>
          <a:xfrm rot="3784757">
            <a:off x="4185025" y="1140560"/>
            <a:ext cx="1865656" cy="809879"/>
            <a:chOff x="3524113" y="440662"/>
            <a:chExt cx="1865656" cy="809879"/>
          </a:xfrm>
        </p:grpSpPr>
        <p:grpSp>
          <p:nvGrpSpPr>
            <p:cNvPr id="183" name="Group 182">
              <a:extLst>
                <a:ext uri="{FF2B5EF4-FFF2-40B4-BE49-F238E27FC236}">
                  <a16:creationId xmlns:a16="http://schemas.microsoft.com/office/drawing/2014/main" id="{911B0D76-FD4B-698F-38C5-6FCA0FA63FED}"/>
                </a:ext>
              </a:extLst>
            </p:cNvPr>
            <p:cNvGrpSpPr/>
            <p:nvPr/>
          </p:nvGrpSpPr>
          <p:grpSpPr>
            <a:xfrm rot="5400000">
              <a:off x="4253433" y="-284325"/>
              <a:ext cx="411350" cy="1861323"/>
              <a:chOff x="5682218" y="4544870"/>
              <a:chExt cx="432000" cy="1954763"/>
            </a:xfrm>
          </p:grpSpPr>
          <p:sp>
            <p:nvSpPr>
              <p:cNvPr id="180" name="Oval 179">
                <a:extLst>
                  <a:ext uri="{FF2B5EF4-FFF2-40B4-BE49-F238E27FC236}">
                    <a16:creationId xmlns:a16="http://schemas.microsoft.com/office/drawing/2014/main" id="{BE65ECAF-BA1F-C232-8848-ECEB142F0FE0}"/>
                  </a:ext>
                </a:extLst>
              </p:cNvPr>
              <p:cNvSpPr/>
              <p:nvPr/>
            </p:nvSpPr>
            <p:spPr>
              <a:xfrm>
                <a:off x="5776456" y="4996837"/>
                <a:ext cx="216000" cy="216000"/>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181" name="Straight Connector 180">
                <a:extLst>
                  <a:ext uri="{FF2B5EF4-FFF2-40B4-BE49-F238E27FC236}">
                    <a16:creationId xmlns:a16="http://schemas.microsoft.com/office/drawing/2014/main" id="{2B79E01D-0C40-3783-FFD8-6EC82DB9A1DD}"/>
                  </a:ext>
                </a:extLst>
              </p:cNvPr>
              <p:cNvCxnSpPr>
                <a:cxnSpLocks/>
              </p:cNvCxnSpPr>
              <p:nvPr/>
            </p:nvCxnSpPr>
            <p:spPr>
              <a:xfrm flipV="1">
                <a:off x="5884456" y="4544870"/>
                <a:ext cx="0" cy="451967"/>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82" name="Rectangle 181">
                <a:extLst>
                  <a:ext uri="{FF2B5EF4-FFF2-40B4-BE49-F238E27FC236}">
                    <a16:creationId xmlns:a16="http://schemas.microsoft.com/office/drawing/2014/main" id="{CB2B78A6-E56C-39B4-77E4-D2FF3797AD79}"/>
                  </a:ext>
                </a:extLst>
              </p:cNvPr>
              <p:cNvSpPr/>
              <p:nvPr/>
            </p:nvSpPr>
            <p:spPr>
              <a:xfrm rot="16200000">
                <a:off x="5268218" y="5653633"/>
                <a:ext cx="1260000" cy="43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Aggregate Time</a:t>
                </a:r>
              </a:p>
            </p:txBody>
          </p:sp>
        </p:grpSp>
        <p:grpSp>
          <p:nvGrpSpPr>
            <p:cNvPr id="15" name="Group 14">
              <a:extLst>
                <a:ext uri="{FF2B5EF4-FFF2-40B4-BE49-F238E27FC236}">
                  <a16:creationId xmlns:a16="http://schemas.microsoft.com/office/drawing/2014/main" id="{16C73DB1-ED81-5A11-AF5E-698D575A1012}"/>
                </a:ext>
              </a:extLst>
            </p:cNvPr>
            <p:cNvGrpSpPr/>
            <p:nvPr/>
          </p:nvGrpSpPr>
          <p:grpSpPr>
            <a:xfrm>
              <a:off x="3524113" y="839191"/>
              <a:ext cx="1861322" cy="411350"/>
              <a:chOff x="3850070" y="719327"/>
              <a:chExt cx="1954762" cy="432000"/>
            </a:xfrm>
          </p:grpSpPr>
          <p:sp>
            <p:nvSpPr>
              <p:cNvPr id="10" name="Oval 9">
                <a:extLst>
                  <a:ext uri="{FF2B5EF4-FFF2-40B4-BE49-F238E27FC236}">
                    <a16:creationId xmlns:a16="http://schemas.microsoft.com/office/drawing/2014/main" id="{7EA08E1C-9718-9397-DDC4-3549D3BBADC1}"/>
                  </a:ext>
                </a:extLst>
              </p:cNvPr>
              <p:cNvSpPr/>
              <p:nvPr/>
            </p:nvSpPr>
            <p:spPr>
              <a:xfrm rot="5400000">
                <a:off x="5136866" y="813565"/>
                <a:ext cx="216000" cy="216000"/>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12" name="Straight Connector 11">
                <a:extLst>
                  <a:ext uri="{FF2B5EF4-FFF2-40B4-BE49-F238E27FC236}">
                    <a16:creationId xmlns:a16="http://schemas.microsoft.com/office/drawing/2014/main" id="{87F9E32A-A503-0B9C-F672-CBFA47738600}"/>
                  </a:ext>
                </a:extLst>
              </p:cNvPr>
              <p:cNvCxnSpPr>
                <a:cxnSpLocks/>
              </p:cNvCxnSpPr>
              <p:nvPr/>
            </p:nvCxnSpPr>
            <p:spPr>
              <a:xfrm rot="5400000" flipV="1">
                <a:off x="5578849" y="695581"/>
                <a:ext cx="0" cy="451967"/>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76B018A1-217E-752D-FEFF-14F1EBDEDD06}"/>
                  </a:ext>
                </a:extLst>
              </p:cNvPr>
              <p:cNvSpPr/>
              <p:nvPr/>
            </p:nvSpPr>
            <p:spPr>
              <a:xfrm>
                <a:off x="3850070" y="719327"/>
                <a:ext cx="1260000" cy="43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Bonus</a:t>
                </a:r>
              </a:p>
            </p:txBody>
          </p:sp>
        </p:grpSp>
      </p:grpSp>
      <p:grpSp>
        <p:nvGrpSpPr>
          <p:cNvPr id="24" name="Group 23">
            <a:extLst>
              <a:ext uri="{FF2B5EF4-FFF2-40B4-BE49-F238E27FC236}">
                <a16:creationId xmlns:a16="http://schemas.microsoft.com/office/drawing/2014/main" id="{1BA60CD0-1198-F2BA-FAC7-0096C9AA345C}"/>
              </a:ext>
            </a:extLst>
          </p:cNvPr>
          <p:cNvGrpSpPr/>
          <p:nvPr/>
        </p:nvGrpSpPr>
        <p:grpSpPr>
          <a:xfrm>
            <a:off x="5603900" y="5846280"/>
            <a:ext cx="1713958" cy="856979"/>
            <a:chOff x="3074504" y="1020417"/>
            <a:chExt cx="1260000" cy="468000"/>
          </a:xfrm>
        </p:grpSpPr>
        <p:sp>
          <p:nvSpPr>
            <p:cNvPr id="25" name="Diamond 24">
              <a:extLst>
                <a:ext uri="{FF2B5EF4-FFF2-40B4-BE49-F238E27FC236}">
                  <a16:creationId xmlns:a16="http://schemas.microsoft.com/office/drawing/2014/main" id="{67722A6B-1BFC-3F70-957D-338339A94E39}"/>
                </a:ext>
              </a:extLst>
            </p:cNvPr>
            <p:cNvSpPr/>
            <p:nvPr/>
          </p:nvSpPr>
          <p:spPr>
            <a:xfrm>
              <a:off x="3074504" y="1020417"/>
              <a:ext cx="1260000" cy="468000"/>
            </a:xfrm>
            <a:prstGeom prst="diamond">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sz="1600">
                <a:latin typeface="Arial Narrow" panose="020B0606020202030204" pitchFamily="34" charset="0"/>
              </a:endParaRPr>
            </a:p>
          </p:txBody>
        </p:sp>
        <p:sp>
          <p:nvSpPr>
            <p:cNvPr id="27" name="TextBox 26">
              <a:extLst>
                <a:ext uri="{FF2B5EF4-FFF2-40B4-BE49-F238E27FC236}">
                  <a16:creationId xmlns:a16="http://schemas.microsoft.com/office/drawing/2014/main" id="{92C46793-5436-F986-92A2-99E657A704C5}"/>
                </a:ext>
              </a:extLst>
            </p:cNvPr>
            <p:cNvSpPr txBox="1"/>
            <p:nvPr/>
          </p:nvSpPr>
          <p:spPr>
            <a:xfrm>
              <a:off x="3512912" y="1159225"/>
              <a:ext cx="383227" cy="184886"/>
            </a:xfrm>
            <a:prstGeom prst="rect">
              <a:avLst/>
            </a:prstGeom>
            <a:noFill/>
          </p:spPr>
          <p:txBody>
            <a:bodyPr wrap="none" rtlCol="0" anchor="ctr">
              <a:spAutoFit/>
            </a:bodyPr>
            <a:lstStyle/>
            <a:p>
              <a:pPr algn="ctr"/>
              <a:r>
                <a:rPr lang="en-US" sz="1600" dirty="0">
                  <a:latin typeface="Consolas" panose="020B0609020204030204" pitchFamily="49" charset="0"/>
                  <a:cs typeface="Consolas" panose="020B0609020204030204" pitchFamily="49" charset="0"/>
                </a:rPr>
                <a:t>Has</a:t>
              </a:r>
              <a:endParaRPr lang="en-SG" sz="1600" dirty="0">
                <a:latin typeface="Consolas" panose="020B0609020204030204" pitchFamily="49" charset="0"/>
                <a:cs typeface="Consolas" panose="020B0609020204030204" pitchFamily="49" charset="0"/>
              </a:endParaRPr>
            </a:p>
          </p:txBody>
        </p:sp>
      </p:grpSp>
      <p:cxnSp>
        <p:nvCxnSpPr>
          <p:cNvPr id="28" name="Straight Connector 27">
            <a:extLst>
              <a:ext uri="{FF2B5EF4-FFF2-40B4-BE49-F238E27FC236}">
                <a16:creationId xmlns:a16="http://schemas.microsoft.com/office/drawing/2014/main" id="{0F5182AF-775A-7C55-9D04-66A66C6AE452}"/>
              </a:ext>
            </a:extLst>
          </p:cNvPr>
          <p:cNvCxnSpPr>
            <a:cxnSpLocks/>
            <a:stCxn id="141" idx="1"/>
            <a:endCxn id="25" idx="3"/>
          </p:cNvCxnSpPr>
          <p:nvPr/>
        </p:nvCxnSpPr>
        <p:spPr>
          <a:xfrm flipH="1">
            <a:off x="7317858" y="6272892"/>
            <a:ext cx="1355727" cy="18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57">
            <a:extLst>
              <a:ext uri="{FF2B5EF4-FFF2-40B4-BE49-F238E27FC236}">
                <a16:creationId xmlns:a16="http://schemas.microsoft.com/office/drawing/2014/main" id="{5083B0A2-96FB-A739-3F1B-C5C5C05656EC}"/>
              </a:ext>
            </a:extLst>
          </p:cNvPr>
          <p:cNvCxnSpPr>
            <a:cxnSpLocks/>
            <a:stCxn id="5" idx="2"/>
            <a:endCxn id="25" idx="1"/>
          </p:cNvCxnSpPr>
          <p:nvPr/>
        </p:nvCxnSpPr>
        <p:spPr>
          <a:xfrm rot="16200000" flipH="1">
            <a:off x="3911218" y="4582088"/>
            <a:ext cx="219906" cy="3165457"/>
          </a:xfrm>
          <a:prstGeom prst="bentConnector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57">
            <a:extLst>
              <a:ext uri="{FF2B5EF4-FFF2-40B4-BE49-F238E27FC236}">
                <a16:creationId xmlns:a16="http://schemas.microsoft.com/office/drawing/2014/main" id="{B67A7179-CB99-4D19-2CD2-F6DB941C864B}"/>
              </a:ext>
            </a:extLst>
          </p:cNvPr>
          <p:cNvCxnSpPr>
            <a:cxnSpLocks/>
            <a:stCxn id="187" idx="0"/>
            <a:endCxn id="108" idx="3"/>
          </p:cNvCxnSpPr>
          <p:nvPr/>
        </p:nvCxnSpPr>
        <p:spPr>
          <a:xfrm rot="16200000" flipV="1">
            <a:off x="1571584" y="769558"/>
            <a:ext cx="878639" cy="864113"/>
          </a:xfrm>
          <a:prstGeom prst="bentConnector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EE1D6E9-9BF3-9746-E145-ADDF7D58FA40}"/>
              </a:ext>
            </a:extLst>
          </p:cNvPr>
          <p:cNvSpPr txBox="1"/>
          <p:nvPr/>
        </p:nvSpPr>
        <p:spPr>
          <a:xfrm>
            <a:off x="8065415" y="5415913"/>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(0,n)</a:t>
            </a:r>
          </a:p>
        </p:txBody>
      </p:sp>
      <p:sp>
        <p:nvSpPr>
          <p:cNvPr id="8" name="TextBox 7">
            <a:extLst>
              <a:ext uri="{FF2B5EF4-FFF2-40B4-BE49-F238E27FC236}">
                <a16:creationId xmlns:a16="http://schemas.microsoft.com/office/drawing/2014/main" id="{3C7773D3-3A44-DE42-1001-6EF5F8973D3F}"/>
              </a:ext>
            </a:extLst>
          </p:cNvPr>
          <p:cNvSpPr txBox="1"/>
          <p:nvPr/>
        </p:nvSpPr>
        <p:spPr>
          <a:xfrm>
            <a:off x="9670528" y="5452091"/>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(0,n)</a:t>
            </a:r>
          </a:p>
        </p:txBody>
      </p:sp>
      <p:sp>
        <p:nvSpPr>
          <p:cNvPr id="11" name="TextBox 10">
            <a:extLst>
              <a:ext uri="{FF2B5EF4-FFF2-40B4-BE49-F238E27FC236}">
                <a16:creationId xmlns:a16="http://schemas.microsoft.com/office/drawing/2014/main" id="{B7E0057D-6F9B-CF1B-D4F5-4BEC38607A4C}"/>
              </a:ext>
            </a:extLst>
          </p:cNvPr>
          <p:cNvSpPr txBox="1"/>
          <p:nvPr/>
        </p:nvSpPr>
        <p:spPr>
          <a:xfrm>
            <a:off x="8509977" y="4227922"/>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(1,1)</a:t>
            </a:r>
          </a:p>
        </p:txBody>
      </p:sp>
      <p:sp>
        <p:nvSpPr>
          <p:cNvPr id="14" name="TextBox 13">
            <a:extLst>
              <a:ext uri="{FF2B5EF4-FFF2-40B4-BE49-F238E27FC236}">
                <a16:creationId xmlns:a16="http://schemas.microsoft.com/office/drawing/2014/main" id="{D9F1D567-5861-B3D8-2F63-5536130FF123}"/>
              </a:ext>
            </a:extLst>
          </p:cNvPr>
          <p:cNvSpPr txBox="1"/>
          <p:nvPr/>
        </p:nvSpPr>
        <p:spPr>
          <a:xfrm>
            <a:off x="9332087" y="4232949"/>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(1,1)</a:t>
            </a:r>
          </a:p>
        </p:txBody>
      </p:sp>
      <p:sp>
        <p:nvSpPr>
          <p:cNvPr id="18" name="TextBox 17">
            <a:extLst>
              <a:ext uri="{FF2B5EF4-FFF2-40B4-BE49-F238E27FC236}">
                <a16:creationId xmlns:a16="http://schemas.microsoft.com/office/drawing/2014/main" id="{6C576F9D-D57B-C0D3-4C06-0151E2DF3D05}"/>
              </a:ext>
            </a:extLst>
          </p:cNvPr>
          <p:cNvSpPr txBox="1"/>
          <p:nvPr/>
        </p:nvSpPr>
        <p:spPr>
          <a:xfrm>
            <a:off x="2382372" y="6317007"/>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(0,n)</a:t>
            </a:r>
          </a:p>
        </p:txBody>
      </p:sp>
      <p:sp>
        <p:nvSpPr>
          <p:cNvPr id="23" name="TextBox 22">
            <a:extLst>
              <a:ext uri="{FF2B5EF4-FFF2-40B4-BE49-F238E27FC236}">
                <a16:creationId xmlns:a16="http://schemas.microsoft.com/office/drawing/2014/main" id="{DCBCA9B9-D8A4-0DD8-F5C8-3875B138E9F9}"/>
              </a:ext>
            </a:extLst>
          </p:cNvPr>
          <p:cNvSpPr txBox="1"/>
          <p:nvPr/>
        </p:nvSpPr>
        <p:spPr>
          <a:xfrm>
            <a:off x="7914217" y="6317007"/>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(1,1)</a:t>
            </a:r>
          </a:p>
        </p:txBody>
      </p:sp>
      <p:sp>
        <p:nvSpPr>
          <p:cNvPr id="26" name="TextBox 25">
            <a:extLst>
              <a:ext uri="{FF2B5EF4-FFF2-40B4-BE49-F238E27FC236}">
                <a16:creationId xmlns:a16="http://schemas.microsoft.com/office/drawing/2014/main" id="{B1F5D89C-81D5-D3F4-E08E-4D5D1879DC89}"/>
              </a:ext>
            </a:extLst>
          </p:cNvPr>
          <p:cNvSpPr txBox="1"/>
          <p:nvPr/>
        </p:nvSpPr>
        <p:spPr>
          <a:xfrm>
            <a:off x="208771" y="1278245"/>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(1,1)</a:t>
            </a:r>
          </a:p>
        </p:txBody>
      </p:sp>
      <p:sp>
        <p:nvSpPr>
          <p:cNvPr id="29" name="TextBox 28">
            <a:extLst>
              <a:ext uri="{FF2B5EF4-FFF2-40B4-BE49-F238E27FC236}">
                <a16:creationId xmlns:a16="http://schemas.microsoft.com/office/drawing/2014/main" id="{0FB099E0-4976-B20D-8EFD-BF49941AEB95}"/>
              </a:ext>
            </a:extLst>
          </p:cNvPr>
          <p:cNvSpPr txBox="1"/>
          <p:nvPr/>
        </p:nvSpPr>
        <p:spPr>
          <a:xfrm>
            <a:off x="1053679" y="5621368"/>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(0,n)</a:t>
            </a:r>
          </a:p>
        </p:txBody>
      </p:sp>
      <p:sp>
        <p:nvSpPr>
          <p:cNvPr id="30" name="TextBox 29">
            <a:extLst>
              <a:ext uri="{FF2B5EF4-FFF2-40B4-BE49-F238E27FC236}">
                <a16:creationId xmlns:a16="http://schemas.microsoft.com/office/drawing/2014/main" id="{BD94DB59-DCC3-5275-DF53-9FA4FAF925C5}"/>
              </a:ext>
            </a:extLst>
          </p:cNvPr>
          <p:cNvSpPr txBox="1"/>
          <p:nvPr/>
        </p:nvSpPr>
        <p:spPr>
          <a:xfrm>
            <a:off x="1723831" y="4845239"/>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(0,n)</a:t>
            </a:r>
          </a:p>
        </p:txBody>
      </p:sp>
      <p:sp>
        <p:nvSpPr>
          <p:cNvPr id="34" name="TextBox 33">
            <a:extLst>
              <a:ext uri="{FF2B5EF4-FFF2-40B4-BE49-F238E27FC236}">
                <a16:creationId xmlns:a16="http://schemas.microsoft.com/office/drawing/2014/main" id="{A92E3229-9097-6A74-CEF3-7246AD5D7C6D}"/>
              </a:ext>
            </a:extLst>
          </p:cNvPr>
          <p:cNvSpPr txBox="1"/>
          <p:nvPr/>
        </p:nvSpPr>
        <p:spPr>
          <a:xfrm>
            <a:off x="1636654" y="802254"/>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(1,8)</a:t>
            </a:r>
          </a:p>
        </p:txBody>
      </p:sp>
      <p:sp>
        <p:nvSpPr>
          <p:cNvPr id="63" name="TextBox 62">
            <a:extLst>
              <a:ext uri="{FF2B5EF4-FFF2-40B4-BE49-F238E27FC236}">
                <a16:creationId xmlns:a16="http://schemas.microsoft.com/office/drawing/2014/main" id="{F185A48E-E541-5B0E-50CE-C82CAADA0A57}"/>
              </a:ext>
            </a:extLst>
          </p:cNvPr>
          <p:cNvSpPr txBox="1"/>
          <p:nvPr/>
        </p:nvSpPr>
        <p:spPr>
          <a:xfrm>
            <a:off x="1718623" y="2467815"/>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(1,1)</a:t>
            </a:r>
          </a:p>
        </p:txBody>
      </p:sp>
      <p:sp>
        <p:nvSpPr>
          <p:cNvPr id="65" name="TextBox 64">
            <a:extLst>
              <a:ext uri="{FF2B5EF4-FFF2-40B4-BE49-F238E27FC236}">
                <a16:creationId xmlns:a16="http://schemas.microsoft.com/office/drawing/2014/main" id="{E06D90B6-CE6A-63A0-FA82-E3C37DF5D0C9}"/>
              </a:ext>
            </a:extLst>
          </p:cNvPr>
          <p:cNvSpPr txBox="1"/>
          <p:nvPr/>
        </p:nvSpPr>
        <p:spPr>
          <a:xfrm>
            <a:off x="1748865" y="3733711"/>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(0,1)</a:t>
            </a:r>
          </a:p>
        </p:txBody>
      </p:sp>
      <p:sp>
        <p:nvSpPr>
          <p:cNvPr id="66" name="TextBox 65">
            <a:extLst>
              <a:ext uri="{FF2B5EF4-FFF2-40B4-BE49-F238E27FC236}">
                <a16:creationId xmlns:a16="http://schemas.microsoft.com/office/drawing/2014/main" id="{F2D9D0B9-1FF3-E0F9-1D79-47459B3A6AFA}"/>
              </a:ext>
            </a:extLst>
          </p:cNvPr>
          <p:cNvSpPr txBox="1"/>
          <p:nvPr/>
        </p:nvSpPr>
        <p:spPr>
          <a:xfrm>
            <a:off x="3351059" y="3825016"/>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(0,1)</a:t>
            </a:r>
          </a:p>
        </p:txBody>
      </p:sp>
      <p:sp>
        <p:nvSpPr>
          <p:cNvPr id="69" name="TextBox 68">
            <a:extLst>
              <a:ext uri="{FF2B5EF4-FFF2-40B4-BE49-F238E27FC236}">
                <a16:creationId xmlns:a16="http://schemas.microsoft.com/office/drawing/2014/main" id="{30A9D285-2712-75AF-580C-9813740A87E4}"/>
              </a:ext>
            </a:extLst>
          </p:cNvPr>
          <p:cNvSpPr txBox="1"/>
          <p:nvPr/>
        </p:nvSpPr>
        <p:spPr>
          <a:xfrm>
            <a:off x="3311525" y="2302996"/>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(0,n)</a:t>
            </a:r>
          </a:p>
        </p:txBody>
      </p:sp>
      <p:sp>
        <p:nvSpPr>
          <p:cNvPr id="72" name="TextBox 71">
            <a:extLst>
              <a:ext uri="{FF2B5EF4-FFF2-40B4-BE49-F238E27FC236}">
                <a16:creationId xmlns:a16="http://schemas.microsoft.com/office/drawing/2014/main" id="{E65FE4B9-2DF2-0471-A9D3-AADAB7F3CAC9}"/>
              </a:ext>
            </a:extLst>
          </p:cNvPr>
          <p:cNvSpPr txBox="1"/>
          <p:nvPr/>
        </p:nvSpPr>
        <p:spPr>
          <a:xfrm>
            <a:off x="7553136" y="2522891"/>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(0,n)</a:t>
            </a:r>
          </a:p>
        </p:txBody>
      </p:sp>
      <p:sp>
        <p:nvSpPr>
          <p:cNvPr id="74" name="TextBox 73">
            <a:extLst>
              <a:ext uri="{FF2B5EF4-FFF2-40B4-BE49-F238E27FC236}">
                <a16:creationId xmlns:a16="http://schemas.microsoft.com/office/drawing/2014/main" id="{282A1676-1270-D7FE-0DF6-C1EE695FC6B8}"/>
              </a:ext>
            </a:extLst>
          </p:cNvPr>
          <p:cNvSpPr txBox="1"/>
          <p:nvPr/>
        </p:nvSpPr>
        <p:spPr>
          <a:xfrm>
            <a:off x="7517532" y="3660772"/>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(0,n)</a:t>
            </a:r>
          </a:p>
        </p:txBody>
      </p:sp>
      <p:grpSp>
        <p:nvGrpSpPr>
          <p:cNvPr id="103" name="Group 102">
            <a:extLst>
              <a:ext uri="{FF2B5EF4-FFF2-40B4-BE49-F238E27FC236}">
                <a16:creationId xmlns:a16="http://schemas.microsoft.com/office/drawing/2014/main" id="{41C1A127-61D1-4D83-4FA1-05F23D35C02C}"/>
              </a:ext>
            </a:extLst>
          </p:cNvPr>
          <p:cNvGrpSpPr/>
          <p:nvPr/>
        </p:nvGrpSpPr>
        <p:grpSpPr>
          <a:xfrm>
            <a:off x="9870556" y="3536804"/>
            <a:ext cx="1524281" cy="411350"/>
            <a:chOff x="10022956" y="3518348"/>
            <a:chExt cx="1524281" cy="411350"/>
          </a:xfrm>
        </p:grpSpPr>
        <p:sp>
          <p:nvSpPr>
            <p:cNvPr id="81" name="Oval 80">
              <a:extLst>
                <a:ext uri="{FF2B5EF4-FFF2-40B4-BE49-F238E27FC236}">
                  <a16:creationId xmlns:a16="http://schemas.microsoft.com/office/drawing/2014/main" id="{05FCFFC6-A15D-A5B0-386D-488DBB1BAF3D}"/>
                </a:ext>
              </a:extLst>
            </p:cNvPr>
            <p:cNvSpPr/>
            <p:nvPr/>
          </p:nvSpPr>
          <p:spPr>
            <a:xfrm rot="16200000">
              <a:off x="10417165" y="3609694"/>
              <a:ext cx="205675" cy="205675"/>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83" name="Straight Connector 82">
              <a:extLst>
                <a:ext uri="{FF2B5EF4-FFF2-40B4-BE49-F238E27FC236}">
                  <a16:creationId xmlns:a16="http://schemas.microsoft.com/office/drawing/2014/main" id="{7F7A00E4-FF56-4B1C-D8ED-77D912F7B0DF}"/>
                </a:ext>
              </a:extLst>
            </p:cNvPr>
            <p:cNvCxnSpPr>
              <a:cxnSpLocks/>
            </p:cNvCxnSpPr>
            <p:nvPr/>
          </p:nvCxnSpPr>
          <p:spPr>
            <a:xfrm flipH="1">
              <a:off x="10022956" y="3712531"/>
              <a:ext cx="39420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9" name="Rectangle 98">
              <a:extLst>
                <a:ext uri="{FF2B5EF4-FFF2-40B4-BE49-F238E27FC236}">
                  <a16:creationId xmlns:a16="http://schemas.microsoft.com/office/drawing/2014/main" id="{30E11363-C1AC-43FC-01FB-DF924A070D1B}"/>
                </a:ext>
              </a:extLst>
            </p:cNvPr>
            <p:cNvSpPr/>
            <p:nvPr/>
          </p:nvSpPr>
          <p:spPr>
            <a:xfrm>
              <a:off x="10622841" y="3518348"/>
              <a:ext cx="924396" cy="4113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Date</a:t>
              </a:r>
            </a:p>
          </p:txBody>
        </p:sp>
      </p:grpSp>
      <p:grpSp>
        <p:nvGrpSpPr>
          <p:cNvPr id="154" name="Group 153">
            <a:extLst>
              <a:ext uri="{FF2B5EF4-FFF2-40B4-BE49-F238E27FC236}">
                <a16:creationId xmlns:a16="http://schemas.microsoft.com/office/drawing/2014/main" id="{DFAD0ACB-A8EA-E409-A134-44F99003AAA1}"/>
              </a:ext>
            </a:extLst>
          </p:cNvPr>
          <p:cNvGrpSpPr/>
          <p:nvPr/>
        </p:nvGrpSpPr>
        <p:grpSpPr>
          <a:xfrm rot="17835002">
            <a:off x="5998670" y="1124016"/>
            <a:ext cx="1612359" cy="1019186"/>
            <a:chOff x="6583121" y="313503"/>
            <a:chExt cx="1612359" cy="1019186"/>
          </a:xfrm>
        </p:grpSpPr>
        <p:grpSp>
          <p:nvGrpSpPr>
            <p:cNvPr id="87" name="Group 86">
              <a:extLst>
                <a:ext uri="{FF2B5EF4-FFF2-40B4-BE49-F238E27FC236}">
                  <a16:creationId xmlns:a16="http://schemas.microsoft.com/office/drawing/2014/main" id="{B4B31690-3BD9-41F7-73BF-2C3EC5512CA6}"/>
                </a:ext>
              </a:extLst>
            </p:cNvPr>
            <p:cNvGrpSpPr/>
            <p:nvPr/>
          </p:nvGrpSpPr>
          <p:grpSpPr>
            <a:xfrm rot="16200000">
              <a:off x="7014184" y="191797"/>
              <a:ext cx="411350" cy="1264372"/>
              <a:chOff x="8514145" y="3407114"/>
              <a:chExt cx="432000" cy="1327845"/>
            </a:xfrm>
          </p:grpSpPr>
          <p:sp>
            <p:nvSpPr>
              <p:cNvPr id="89" name="Oval 88">
                <a:extLst>
                  <a:ext uri="{FF2B5EF4-FFF2-40B4-BE49-F238E27FC236}">
                    <a16:creationId xmlns:a16="http://schemas.microsoft.com/office/drawing/2014/main" id="{B29D5FBB-CAC9-21F7-879A-B6CB1A0FCF35}"/>
                  </a:ext>
                </a:extLst>
              </p:cNvPr>
              <p:cNvSpPr/>
              <p:nvPr/>
            </p:nvSpPr>
            <p:spPr>
              <a:xfrm>
                <a:off x="8634212" y="3821113"/>
                <a:ext cx="216000" cy="216000"/>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90" name="Straight Connector 89">
                <a:extLst>
                  <a:ext uri="{FF2B5EF4-FFF2-40B4-BE49-F238E27FC236}">
                    <a16:creationId xmlns:a16="http://schemas.microsoft.com/office/drawing/2014/main" id="{14EAC2AA-FCC7-C126-E64C-D10AD0763F3A}"/>
                  </a:ext>
                </a:extLst>
              </p:cNvPr>
              <p:cNvCxnSpPr>
                <a:cxnSpLocks/>
              </p:cNvCxnSpPr>
              <p:nvPr/>
            </p:nvCxnSpPr>
            <p:spPr>
              <a:xfrm rot="5400000" flipH="1">
                <a:off x="8535213" y="3614114"/>
                <a:ext cx="41399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Rectangle 90">
                <a:extLst>
                  <a:ext uri="{FF2B5EF4-FFF2-40B4-BE49-F238E27FC236}">
                    <a16:creationId xmlns:a16="http://schemas.microsoft.com/office/drawing/2014/main" id="{056DDF02-F44F-DEA8-4D15-8023D0B7DFA4}"/>
                  </a:ext>
                </a:extLst>
              </p:cNvPr>
              <p:cNvSpPr/>
              <p:nvPr/>
            </p:nvSpPr>
            <p:spPr>
              <a:xfrm rot="5400000">
                <a:off x="8381222" y="4170037"/>
                <a:ext cx="697845"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Time</a:t>
                </a:r>
              </a:p>
            </p:txBody>
          </p:sp>
        </p:grpSp>
        <p:grpSp>
          <p:nvGrpSpPr>
            <p:cNvPr id="117" name="Group 116">
              <a:extLst>
                <a:ext uri="{FF2B5EF4-FFF2-40B4-BE49-F238E27FC236}">
                  <a16:creationId xmlns:a16="http://schemas.microsoft.com/office/drawing/2014/main" id="{F861A8AE-BDF8-349B-2AE6-06C133321714}"/>
                </a:ext>
              </a:extLst>
            </p:cNvPr>
            <p:cNvGrpSpPr/>
            <p:nvPr/>
          </p:nvGrpSpPr>
          <p:grpSpPr>
            <a:xfrm rot="16200000">
              <a:off x="7014184" y="494828"/>
              <a:ext cx="411350" cy="1264372"/>
              <a:chOff x="8514145" y="3407114"/>
              <a:chExt cx="432000" cy="1327845"/>
            </a:xfrm>
          </p:grpSpPr>
          <p:sp>
            <p:nvSpPr>
              <p:cNvPr id="118" name="Oval 117">
                <a:extLst>
                  <a:ext uri="{FF2B5EF4-FFF2-40B4-BE49-F238E27FC236}">
                    <a16:creationId xmlns:a16="http://schemas.microsoft.com/office/drawing/2014/main" id="{FA07317A-8868-14CF-B540-21D09C82FDB2}"/>
                  </a:ext>
                </a:extLst>
              </p:cNvPr>
              <p:cNvSpPr/>
              <p:nvPr/>
            </p:nvSpPr>
            <p:spPr>
              <a:xfrm>
                <a:off x="8634212" y="3821113"/>
                <a:ext cx="216000" cy="216000"/>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119" name="Straight Connector 118">
                <a:extLst>
                  <a:ext uri="{FF2B5EF4-FFF2-40B4-BE49-F238E27FC236}">
                    <a16:creationId xmlns:a16="http://schemas.microsoft.com/office/drawing/2014/main" id="{9145FCA9-3646-A88D-2948-A5702C6289B9}"/>
                  </a:ext>
                </a:extLst>
              </p:cNvPr>
              <p:cNvCxnSpPr>
                <a:cxnSpLocks/>
              </p:cNvCxnSpPr>
              <p:nvPr/>
            </p:nvCxnSpPr>
            <p:spPr>
              <a:xfrm rot="5400000" flipH="1">
                <a:off x="8535213" y="3614114"/>
                <a:ext cx="41399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6" name="Rectangle 145">
                <a:extLst>
                  <a:ext uri="{FF2B5EF4-FFF2-40B4-BE49-F238E27FC236}">
                    <a16:creationId xmlns:a16="http://schemas.microsoft.com/office/drawing/2014/main" id="{ACDDC493-2B2E-2905-BC48-137A8578D074}"/>
                  </a:ext>
                </a:extLst>
              </p:cNvPr>
              <p:cNvSpPr/>
              <p:nvPr/>
            </p:nvSpPr>
            <p:spPr>
              <a:xfrm rot="5400000">
                <a:off x="8381222" y="4170037"/>
                <a:ext cx="697845"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Rank</a:t>
                </a:r>
              </a:p>
            </p:txBody>
          </p:sp>
        </p:grpSp>
        <p:grpSp>
          <p:nvGrpSpPr>
            <p:cNvPr id="147" name="Group 146">
              <a:extLst>
                <a:ext uri="{FF2B5EF4-FFF2-40B4-BE49-F238E27FC236}">
                  <a16:creationId xmlns:a16="http://schemas.microsoft.com/office/drawing/2014/main" id="{A03C2483-7B10-D7B8-6EDC-C8418517562C}"/>
                </a:ext>
              </a:extLst>
            </p:cNvPr>
            <p:cNvGrpSpPr/>
            <p:nvPr/>
          </p:nvGrpSpPr>
          <p:grpSpPr>
            <a:xfrm rot="16200000">
              <a:off x="7183626" y="-287002"/>
              <a:ext cx="411350" cy="1612359"/>
              <a:chOff x="8514145" y="3407114"/>
              <a:chExt cx="432000" cy="1693301"/>
            </a:xfrm>
          </p:grpSpPr>
          <p:sp>
            <p:nvSpPr>
              <p:cNvPr id="148" name="Oval 147">
                <a:extLst>
                  <a:ext uri="{FF2B5EF4-FFF2-40B4-BE49-F238E27FC236}">
                    <a16:creationId xmlns:a16="http://schemas.microsoft.com/office/drawing/2014/main" id="{3E5AAD03-0A69-CB49-1FF7-410876A23437}"/>
                  </a:ext>
                </a:extLst>
              </p:cNvPr>
              <p:cNvSpPr/>
              <p:nvPr/>
            </p:nvSpPr>
            <p:spPr>
              <a:xfrm>
                <a:off x="8634212" y="3821113"/>
                <a:ext cx="216000" cy="216000"/>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cxnSp>
            <p:nvCxnSpPr>
              <p:cNvPr id="151" name="Straight Connector 150">
                <a:extLst>
                  <a:ext uri="{FF2B5EF4-FFF2-40B4-BE49-F238E27FC236}">
                    <a16:creationId xmlns:a16="http://schemas.microsoft.com/office/drawing/2014/main" id="{D8A3B9D2-E1CD-C8CF-81CB-06C0230A013F}"/>
                  </a:ext>
                </a:extLst>
              </p:cNvPr>
              <p:cNvCxnSpPr>
                <a:cxnSpLocks/>
              </p:cNvCxnSpPr>
              <p:nvPr/>
            </p:nvCxnSpPr>
            <p:spPr>
              <a:xfrm rot="5400000" flipH="1">
                <a:off x="8535213" y="3614114"/>
                <a:ext cx="41399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3" name="Rectangle 152">
                <a:extLst>
                  <a:ext uri="{FF2B5EF4-FFF2-40B4-BE49-F238E27FC236}">
                    <a16:creationId xmlns:a16="http://schemas.microsoft.com/office/drawing/2014/main" id="{22DFB15F-8B4D-F49C-2321-DFD68B59C769}"/>
                  </a:ext>
                </a:extLst>
              </p:cNvPr>
              <p:cNvSpPr/>
              <p:nvPr/>
            </p:nvSpPr>
            <p:spPr>
              <a:xfrm rot="5400000">
                <a:off x="8198494" y="4352765"/>
                <a:ext cx="1063301"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Penalty</a:t>
                </a:r>
              </a:p>
            </p:txBody>
          </p:sp>
        </p:grpSp>
      </p:grpSp>
    </p:spTree>
    <p:extLst>
      <p:ext uri="{BB962C8B-B14F-4D97-AF65-F5344CB8AC3E}">
        <p14:creationId xmlns:p14="http://schemas.microsoft.com/office/powerpoint/2010/main" val="2471336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F67D4-CD80-6842-ED6A-EFE47B05EF4D}"/>
              </a:ext>
            </a:extLst>
          </p:cNvPr>
          <p:cNvSpPr>
            <a:spLocks noGrp="1"/>
          </p:cNvSpPr>
          <p:nvPr>
            <p:ph type="title"/>
          </p:nvPr>
        </p:nvSpPr>
        <p:spPr/>
        <p:txBody>
          <a:bodyPr/>
          <a:lstStyle/>
          <a:p>
            <a:r>
              <a:rPr lang="en-SG" dirty="0"/>
              <a:t>Note</a:t>
            </a:r>
          </a:p>
        </p:txBody>
      </p:sp>
      <p:sp>
        <p:nvSpPr>
          <p:cNvPr id="3" name="Content Placeholder 2">
            <a:extLst>
              <a:ext uri="{FF2B5EF4-FFF2-40B4-BE49-F238E27FC236}">
                <a16:creationId xmlns:a16="http://schemas.microsoft.com/office/drawing/2014/main" id="{E2A6BE57-67EF-7638-B236-9979EAA25E79}"/>
              </a:ext>
            </a:extLst>
          </p:cNvPr>
          <p:cNvSpPr>
            <a:spLocks noGrp="1"/>
          </p:cNvSpPr>
          <p:nvPr>
            <p:ph idx="1"/>
          </p:nvPr>
        </p:nvSpPr>
        <p:spPr/>
        <p:txBody>
          <a:bodyPr>
            <a:normAutofit fontScale="92500" lnSpcReduction="20000"/>
          </a:bodyPr>
          <a:lstStyle/>
          <a:p>
            <a:r>
              <a:rPr lang="en-SG" dirty="0"/>
              <a:t>I decided to classify Bonus field of Result table to be a derived attribute. Bonus point is based on first few finishes it can be derived by Rank. While not explicitly stated, the bonus point seems consistent across stages in the data (10, 6, 4 bonus for top 3 finishes). </a:t>
            </a:r>
          </a:p>
          <a:p>
            <a:r>
              <a:rPr lang="en-SG" dirty="0"/>
              <a:t>Exception #1</a:t>
            </a:r>
          </a:p>
          <a:p>
            <a:pPr lvl="1"/>
            <a:r>
              <a:rPr lang="en-SG" dirty="0"/>
              <a:t>Exit, only uses Rider as PK</a:t>
            </a:r>
          </a:p>
          <a:p>
            <a:pPr lvl="1"/>
            <a:r>
              <a:rPr lang="en-SG" dirty="0"/>
              <a:t>From, only uses Rider as PK</a:t>
            </a:r>
          </a:p>
          <a:p>
            <a:r>
              <a:rPr lang="en-SG" dirty="0"/>
              <a:t>Exception #2</a:t>
            </a:r>
          </a:p>
          <a:p>
            <a:pPr lvl="1"/>
            <a:r>
              <a:rPr lang="en-SG" dirty="0"/>
              <a:t>Team &amp; Represent</a:t>
            </a:r>
          </a:p>
          <a:p>
            <a:pPr lvl="1"/>
            <a:r>
              <a:rPr lang="en-SG" dirty="0"/>
              <a:t>Rider &amp; Consist</a:t>
            </a:r>
          </a:p>
          <a:p>
            <a:pPr lvl="1"/>
            <a:r>
              <a:rPr lang="en-SG" dirty="0"/>
              <a:t>Result &amp; Complete?</a:t>
            </a:r>
          </a:p>
          <a:p>
            <a:pPr lvl="1"/>
            <a:r>
              <a:rPr lang="en-SG" dirty="0"/>
              <a:t>Stage &amp; Start &amp; End</a:t>
            </a:r>
          </a:p>
          <a:p>
            <a:pPr lvl="1"/>
            <a:r>
              <a:rPr lang="en-SG" dirty="0"/>
              <a:t>Location &amp; Has</a:t>
            </a:r>
          </a:p>
        </p:txBody>
      </p:sp>
    </p:spTree>
    <p:extLst>
      <p:ext uri="{BB962C8B-B14F-4D97-AF65-F5344CB8AC3E}">
        <p14:creationId xmlns:p14="http://schemas.microsoft.com/office/powerpoint/2010/main" val="8410560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AB655-BFBA-083B-DFED-DF95E32E6637}"/>
              </a:ext>
            </a:extLst>
          </p:cNvPr>
          <p:cNvSpPr>
            <a:spLocks noGrp="1"/>
          </p:cNvSpPr>
          <p:nvPr>
            <p:ph type="title"/>
          </p:nvPr>
        </p:nvSpPr>
        <p:spPr/>
        <p:txBody>
          <a:bodyPr/>
          <a:lstStyle/>
          <a:p>
            <a:r>
              <a:rPr lang="en-SG" dirty="0"/>
              <a:t>TBC</a:t>
            </a:r>
          </a:p>
        </p:txBody>
      </p:sp>
      <p:sp>
        <p:nvSpPr>
          <p:cNvPr id="3" name="Content Placeholder 2">
            <a:extLst>
              <a:ext uri="{FF2B5EF4-FFF2-40B4-BE49-F238E27FC236}">
                <a16:creationId xmlns:a16="http://schemas.microsoft.com/office/drawing/2014/main" id="{2E6832D8-C912-56F7-13F7-B414541B5A91}"/>
              </a:ext>
            </a:extLst>
          </p:cNvPr>
          <p:cNvSpPr>
            <a:spLocks noGrp="1"/>
          </p:cNvSpPr>
          <p:nvPr>
            <p:ph idx="1"/>
          </p:nvPr>
        </p:nvSpPr>
        <p:spPr/>
        <p:txBody>
          <a:bodyPr>
            <a:normAutofit fontScale="85000" lnSpcReduction="20000"/>
          </a:bodyPr>
          <a:lstStyle/>
          <a:p>
            <a:r>
              <a:rPr lang="en-SG" dirty="0"/>
              <a:t>Do we need to include the field “aggregate time” in Result table?</a:t>
            </a:r>
          </a:p>
          <a:p>
            <a:r>
              <a:rPr lang="en-SG" dirty="0"/>
              <a:t>Should we include </a:t>
            </a:r>
            <a:r>
              <a:rPr lang="en-SG" dirty="0" err="1"/>
              <a:t>RestDay</a:t>
            </a:r>
            <a:r>
              <a:rPr lang="en-SG" dirty="0"/>
              <a:t> table? I never think of it as a data but a lack of stage data, acting as a constraint on Stage table. </a:t>
            </a:r>
          </a:p>
          <a:p>
            <a:r>
              <a:rPr lang="en-SG" dirty="0"/>
              <a:t>“Compete” relationship </a:t>
            </a:r>
          </a:p>
          <a:p>
            <a:pPr lvl="1"/>
            <a:r>
              <a:rPr lang="en-SG" dirty="0"/>
              <a:t>Diagram #1 not adhering to the schema in </a:t>
            </a:r>
            <a:r>
              <a:rPr lang="en-SG" dirty="0" err="1"/>
              <a:t>Github</a:t>
            </a:r>
            <a:endParaRPr lang="en-SG" dirty="0"/>
          </a:p>
          <a:p>
            <a:pPr lvl="1"/>
            <a:r>
              <a:rPr lang="en-US" dirty="0"/>
              <a:t>Diagram #2 (seems to) allow duplicate ranks in a stage</a:t>
            </a:r>
            <a:endParaRPr lang="en-SG" dirty="0"/>
          </a:p>
          <a:p>
            <a:r>
              <a:rPr lang="en-SG" dirty="0"/>
              <a:t>How do we enforce the rule that locations must be involved (either be the start, end or both) at least once? </a:t>
            </a:r>
          </a:p>
          <a:p>
            <a:r>
              <a:rPr lang="en-SG" dirty="0"/>
              <a:t>Should the team-rider cardinality be (1, 8) even if in theory is it not enforceable? Alternatively we stick to (1, n)</a:t>
            </a:r>
          </a:p>
          <a:p>
            <a:r>
              <a:rPr lang="en-SG" dirty="0"/>
              <a:t>Cannot enforce rank gap in the diagram</a:t>
            </a:r>
          </a:p>
          <a:p>
            <a:r>
              <a:rPr lang="en-US" dirty="0"/>
              <a:t>Cannot enforce Only 2 non-consecutive rest days</a:t>
            </a:r>
          </a:p>
          <a:p>
            <a:r>
              <a:rPr lang="en-SG" dirty="0"/>
              <a:t>Cannot enforce the rule that rider could not compete after exiting</a:t>
            </a:r>
          </a:p>
          <a:p>
            <a:pPr marL="0" indent="0">
              <a:buNone/>
            </a:pPr>
            <a:endParaRPr lang="en-US" dirty="0"/>
          </a:p>
          <a:p>
            <a:endParaRPr lang="en-SG" dirty="0"/>
          </a:p>
        </p:txBody>
      </p:sp>
    </p:spTree>
    <p:extLst>
      <p:ext uri="{BB962C8B-B14F-4D97-AF65-F5344CB8AC3E}">
        <p14:creationId xmlns:p14="http://schemas.microsoft.com/office/powerpoint/2010/main" val="135762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D5205-0E24-1D9E-2DC0-35BF3447D708}"/>
              </a:ext>
            </a:extLst>
          </p:cNvPr>
          <p:cNvSpPr>
            <a:spLocks noGrp="1"/>
          </p:cNvSpPr>
          <p:nvPr>
            <p:ph type="title"/>
          </p:nvPr>
        </p:nvSpPr>
        <p:spPr/>
        <p:txBody>
          <a:bodyPr/>
          <a:lstStyle/>
          <a:p>
            <a:r>
              <a:rPr lang="en-GB" dirty="0"/>
              <a:t>Attributes</a:t>
            </a:r>
          </a:p>
        </p:txBody>
      </p:sp>
      <p:sp>
        <p:nvSpPr>
          <p:cNvPr id="3" name="Text Placeholder 2">
            <a:extLst>
              <a:ext uri="{FF2B5EF4-FFF2-40B4-BE49-F238E27FC236}">
                <a16:creationId xmlns:a16="http://schemas.microsoft.com/office/drawing/2014/main" id="{999656BF-E18D-9089-B630-2A71CDDEFD93}"/>
              </a:ext>
            </a:extLst>
          </p:cNvPr>
          <p:cNvSpPr>
            <a:spLocks noGrp="1"/>
          </p:cNvSpPr>
          <p:nvPr>
            <p:ph type="body" idx="1"/>
          </p:nvPr>
        </p:nvSpPr>
        <p:spPr>
          <a:xfrm>
            <a:off x="839788" y="1681163"/>
            <a:ext cx="3240000" cy="823912"/>
          </a:xfrm>
          <a:ln>
            <a:noFill/>
          </a:ln>
        </p:spPr>
        <p:txBody>
          <a:bodyPr/>
          <a:lstStyle/>
          <a:p>
            <a:r>
              <a:rPr lang="en-GB" dirty="0"/>
              <a:t>Normal Attributes</a:t>
            </a:r>
          </a:p>
        </p:txBody>
      </p:sp>
      <p:sp>
        <p:nvSpPr>
          <p:cNvPr id="15" name="Text Placeholder 2">
            <a:extLst>
              <a:ext uri="{FF2B5EF4-FFF2-40B4-BE49-F238E27FC236}">
                <a16:creationId xmlns:a16="http://schemas.microsoft.com/office/drawing/2014/main" id="{34188CBE-AABD-6C05-C5DD-1CBD19C801D1}"/>
              </a:ext>
            </a:extLst>
          </p:cNvPr>
          <p:cNvSpPr txBox="1">
            <a:spLocks/>
          </p:cNvSpPr>
          <p:nvPr/>
        </p:nvSpPr>
        <p:spPr>
          <a:xfrm>
            <a:off x="8112212" y="1681163"/>
            <a:ext cx="3240000" cy="823912"/>
          </a:xfrm>
          <a:prstGeom prst="rect">
            <a:avLst/>
          </a:prstGeom>
          <a:ln>
            <a:noFill/>
          </a:ln>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GB" dirty="0"/>
              <a:t>Key Attributes</a:t>
            </a:r>
          </a:p>
        </p:txBody>
      </p:sp>
      <p:sp>
        <p:nvSpPr>
          <p:cNvPr id="16" name="Content Placeholder 3">
            <a:extLst>
              <a:ext uri="{FF2B5EF4-FFF2-40B4-BE49-F238E27FC236}">
                <a16:creationId xmlns:a16="http://schemas.microsoft.com/office/drawing/2014/main" id="{9EAFF887-3306-4406-4CB0-4E9FDBCF9CF1}"/>
              </a:ext>
            </a:extLst>
          </p:cNvPr>
          <p:cNvSpPr txBox="1">
            <a:spLocks/>
          </p:cNvSpPr>
          <p:nvPr/>
        </p:nvSpPr>
        <p:spPr>
          <a:xfrm>
            <a:off x="8112212" y="2505075"/>
            <a:ext cx="3240000" cy="3684588"/>
          </a:xfrm>
          <a:prstGeom prst="rect">
            <a:avLst/>
          </a:prstGeom>
          <a:ln>
            <a:solidFill>
              <a:schemeClr val="accent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dirty="0"/>
          </a:p>
        </p:txBody>
      </p:sp>
      <p:sp>
        <p:nvSpPr>
          <p:cNvPr id="17" name="Text Placeholder 2">
            <a:extLst>
              <a:ext uri="{FF2B5EF4-FFF2-40B4-BE49-F238E27FC236}">
                <a16:creationId xmlns:a16="http://schemas.microsoft.com/office/drawing/2014/main" id="{04395579-56D4-9909-69BE-76B72B17FA5A}"/>
              </a:ext>
            </a:extLst>
          </p:cNvPr>
          <p:cNvSpPr txBox="1">
            <a:spLocks/>
          </p:cNvSpPr>
          <p:nvPr/>
        </p:nvSpPr>
        <p:spPr>
          <a:xfrm>
            <a:off x="4476000" y="1681163"/>
            <a:ext cx="3240000" cy="823912"/>
          </a:xfrm>
          <a:prstGeom prst="rect">
            <a:avLst/>
          </a:prstGeom>
          <a:ln>
            <a:noFill/>
          </a:ln>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GB" dirty="0"/>
              <a:t>Derived Attributes</a:t>
            </a:r>
          </a:p>
        </p:txBody>
      </p:sp>
      <p:sp>
        <p:nvSpPr>
          <p:cNvPr id="18" name="Content Placeholder 3">
            <a:extLst>
              <a:ext uri="{FF2B5EF4-FFF2-40B4-BE49-F238E27FC236}">
                <a16:creationId xmlns:a16="http://schemas.microsoft.com/office/drawing/2014/main" id="{7EB03C32-38F4-B919-71C6-9314642AC996}"/>
              </a:ext>
            </a:extLst>
          </p:cNvPr>
          <p:cNvSpPr txBox="1">
            <a:spLocks/>
          </p:cNvSpPr>
          <p:nvPr/>
        </p:nvSpPr>
        <p:spPr>
          <a:xfrm>
            <a:off x="4476000" y="2505075"/>
            <a:ext cx="3240000" cy="3684588"/>
          </a:xfrm>
          <a:prstGeom prst="rect">
            <a:avLst/>
          </a:prstGeom>
          <a:ln>
            <a:solidFill>
              <a:schemeClr val="accent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dirty="0"/>
          </a:p>
        </p:txBody>
      </p:sp>
      <p:sp>
        <p:nvSpPr>
          <p:cNvPr id="19" name="Oval 18">
            <a:extLst>
              <a:ext uri="{FF2B5EF4-FFF2-40B4-BE49-F238E27FC236}">
                <a16:creationId xmlns:a16="http://schemas.microsoft.com/office/drawing/2014/main" id="{14B97988-0F19-A3DE-7175-3A250DA4A8FF}"/>
              </a:ext>
            </a:extLst>
          </p:cNvPr>
          <p:cNvSpPr/>
          <p:nvPr/>
        </p:nvSpPr>
        <p:spPr>
          <a:xfrm>
            <a:off x="1471764" y="4996837"/>
            <a:ext cx="216000" cy="216000"/>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3" name="Straight Connector 22">
            <a:extLst>
              <a:ext uri="{FF2B5EF4-FFF2-40B4-BE49-F238E27FC236}">
                <a16:creationId xmlns:a16="http://schemas.microsoft.com/office/drawing/2014/main" id="{9A749D60-2CCC-A25E-9D14-C21E4DFEFD8F}"/>
              </a:ext>
            </a:extLst>
          </p:cNvPr>
          <p:cNvCxnSpPr>
            <a:cxnSpLocks/>
          </p:cNvCxnSpPr>
          <p:nvPr/>
        </p:nvCxnSpPr>
        <p:spPr>
          <a:xfrm flipV="1">
            <a:off x="1579764" y="3736837"/>
            <a:ext cx="0" cy="126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Content Placeholder 3">
            <a:extLst>
              <a:ext uri="{FF2B5EF4-FFF2-40B4-BE49-F238E27FC236}">
                <a16:creationId xmlns:a16="http://schemas.microsoft.com/office/drawing/2014/main" id="{4A063362-BFF4-97E5-8F2A-4BFDA86268E5}"/>
              </a:ext>
            </a:extLst>
          </p:cNvPr>
          <p:cNvSpPr txBox="1">
            <a:spLocks/>
          </p:cNvSpPr>
          <p:nvPr/>
        </p:nvSpPr>
        <p:spPr>
          <a:xfrm>
            <a:off x="839788" y="2505075"/>
            <a:ext cx="3240000" cy="3684588"/>
          </a:xfrm>
          <a:prstGeom prst="rect">
            <a:avLst/>
          </a:prstGeom>
          <a:ln>
            <a:solidFill>
              <a:schemeClr val="accent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dirty="0"/>
          </a:p>
        </p:txBody>
      </p:sp>
      <p:sp>
        <p:nvSpPr>
          <p:cNvPr id="28" name="Rectangle 27">
            <a:extLst>
              <a:ext uri="{FF2B5EF4-FFF2-40B4-BE49-F238E27FC236}">
                <a16:creationId xmlns:a16="http://schemas.microsoft.com/office/drawing/2014/main" id="{8EEFAA2C-6960-89A6-46D6-0EBDCBB7C176}"/>
              </a:ext>
            </a:extLst>
          </p:cNvPr>
          <p:cNvSpPr/>
          <p:nvPr/>
        </p:nvSpPr>
        <p:spPr>
          <a:xfrm>
            <a:off x="949764" y="5269250"/>
            <a:ext cx="1260000" cy="43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attribute name</a:t>
            </a:r>
          </a:p>
        </p:txBody>
      </p:sp>
      <p:sp>
        <p:nvSpPr>
          <p:cNvPr id="29" name="Oval 28">
            <a:extLst>
              <a:ext uri="{FF2B5EF4-FFF2-40B4-BE49-F238E27FC236}">
                <a16:creationId xmlns:a16="http://schemas.microsoft.com/office/drawing/2014/main" id="{C1C87EF0-8E6C-8FB0-8F05-87161A390E83}"/>
              </a:ext>
            </a:extLst>
          </p:cNvPr>
          <p:cNvSpPr/>
          <p:nvPr/>
        </p:nvSpPr>
        <p:spPr>
          <a:xfrm>
            <a:off x="5988000" y="4996837"/>
            <a:ext cx="216000" cy="216000"/>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0" name="Straight Connector 29">
            <a:extLst>
              <a:ext uri="{FF2B5EF4-FFF2-40B4-BE49-F238E27FC236}">
                <a16:creationId xmlns:a16="http://schemas.microsoft.com/office/drawing/2014/main" id="{7C25C6AA-4C8E-A531-5A3F-04ACE7B8EB5B}"/>
              </a:ext>
            </a:extLst>
          </p:cNvPr>
          <p:cNvCxnSpPr>
            <a:cxnSpLocks/>
          </p:cNvCxnSpPr>
          <p:nvPr/>
        </p:nvCxnSpPr>
        <p:spPr>
          <a:xfrm flipV="1">
            <a:off x="6096000" y="3736837"/>
            <a:ext cx="0" cy="126000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33C87A0F-1500-FCC9-1BE6-50752E8EEC10}"/>
              </a:ext>
            </a:extLst>
          </p:cNvPr>
          <p:cNvSpPr/>
          <p:nvPr/>
        </p:nvSpPr>
        <p:spPr>
          <a:xfrm>
            <a:off x="5466000" y="5269250"/>
            <a:ext cx="1260000" cy="43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attribute name</a:t>
            </a:r>
          </a:p>
        </p:txBody>
      </p:sp>
      <p:sp>
        <p:nvSpPr>
          <p:cNvPr id="32" name="Oval 31">
            <a:extLst>
              <a:ext uri="{FF2B5EF4-FFF2-40B4-BE49-F238E27FC236}">
                <a16:creationId xmlns:a16="http://schemas.microsoft.com/office/drawing/2014/main" id="{C2D56A8E-9AC6-1658-0A58-33BE94C0F88B}"/>
              </a:ext>
            </a:extLst>
          </p:cNvPr>
          <p:cNvSpPr/>
          <p:nvPr/>
        </p:nvSpPr>
        <p:spPr>
          <a:xfrm>
            <a:off x="8634212" y="3821113"/>
            <a:ext cx="216000" cy="21600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3" name="Straight Connector 32">
            <a:extLst>
              <a:ext uri="{FF2B5EF4-FFF2-40B4-BE49-F238E27FC236}">
                <a16:creationId xmlns:a16="http://schemas.microsoft.com/office/drawing/2014/main" id="{C016029E-9FCC-B275-0B15-6942992C4993}"/>
              </a:ext>
            </a:extLst>
          </p:cNvPr>
          <p:cNvCxnSpPr>
            <a:cxnSpLocks/>
          </p:cNvCxnSpPr>
          <p:nvPr/>
        </p:nvCxnSpPr>
        <p:spPr>
          <a:xfrm flipV="1">
            <a:off x="8742212" y="2561113"/>
            <a:ext cx="0" cy="126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B559B9BF-2753-368A-5ED1-E535B0E47CEA}"/>
              </a:ext>
            </a:extLst>
          </p:cNvPr>
          <p:cNvSpPr/>
          <p:nvPr/>
        </p:nvSpPr>
        <p:spPr>
          <a:xfrm>
            <a:off x="8112212" y="4093526"/>
            <a:ext cx="1260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attribute name</a:t>
            </a:r>
          </a:p>
        </p:txBody>
      </p:sp>
      <p:sp>
        <p:nvSpPr>
          <p:cNvPr id="35" name="Oval 34">
            <a:extLst>
              <a:ext uri="{FF2B5EF4-FFF2-40B4-BE49-F238E27FC236}">
                <a16:creationId xmlns:a16="http://schemas.microsoft.com/office/drawing/2014/main" id="{577B9ADC-F6F1-6757-F742-6C2A2BBB1F20}"/>
              </a:ext>
            </a:extLst>
          </p:cNvPr>
          <p:cNvSpPr/>
          <p:nvPr/>
        </p:nvSpPr>
        <p:spPr>
          <a:xfrm>
            <a:off x="10614212" y="5485250"/>
            <a:ext cx="216000" cy="216000"/>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6" name="Straight Connector 35">
            <a:extLst>
              <a:ext uri="{FF2B5EF4-FFF2-40B4-BE49-F238E27FC236}">
                <a16:creationId xmlns:a16="http://schemas.microsoft.com/office/drawing/2014/main" id="{B98A8A79-0FF3-07D1-4F96-66B29F12FF27}"/>
              </a:ext>
            </a:extLst>
          </p:cNvPr>
          <p:cNvCxnSpPr>
            <a:cxnSpLocks/>
          </p:cNvCxnSpPr>
          <p:nvPr/>
        </p:nvCxnSpPr>
        <p:spPr>
          <a:xfrm flipV="1">
            <a:off x="10722212" y="4225250"/>
            <a:ext cx="0" cy="126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CED7B07E-9356-1E8F-B034-8DD4C9356EC4}"/>
              </a:ext>
            </a:extLst>
          </p:cNvPr>
          <p:cNvSpPr/>
          <p:nvPr/>
        </p:nvSpPr>
        <p:spPr>
          <a:xfrm>
            <a:off x="10092212" y="5757663"/>
            <a:ext cx="1260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attribute name</a:t>
            </a:r>
          </a:p>
        </p:txBody>
      </p:sp>
      <p:sp>
        <p:nvSpPr>
          <p:cNvPr id="38" name="Oval 37">
            <a:extLst>
              <a:ext uri="{FF2B5EF4-FFF2-40B4-BE49-F238E27FC236}">
                <a16:creationId xmlns:a16="http://schemas.microsoft.com/office/drawing/2014/main" id="{AC5A178F-97BF-5CF7-B198-C1DC344B88C3}"/>
              </a:ext>
            </a:extLst>
          </p:cNvPr>
          <p:cNvSpPr/>
          <p:nvPr/>
        </p:nvSpPr>
        <p:spPr>
          <a:xfrm>
            <a:off x="10614212" y="4850250"/>
            <a:ext cx="216000" cy="21600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Oval 38">
            <a:extLst>
              <a:ext uri="{FF2B5EF4-FFF2-40B4-BE49-F238E27FC236}">
                <a16:creationId xmlns:a16="http://schemas.microsoft.com/office/drawing/2014/main" id="{2CA3CF33-5329-96BF-1797-2F2A4EC98435}"/>
              </a:ext>
            </a:extLst>
          </p:cNvPr>
          <p:cNvSpPr/>
          <p:nvPr/>
        </p:nvSpPr>
        <p:spPr>
          <a:xfrm>
            <a:off x="9476145" y="5485250"/>
            <a:ext cx="216000" cy="216000"/>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0" name="Straight Connector 39">
            <a:extLst>
              <a:ext uri="{FF2B5EF4-FFF2-40B4-BE49-F238E27FC236}">
                <a16:creationId xmlns:a16="http://schemas.microsoft.com/office/drawing/2014/main" id="{CE1CD6BF-4299-1D22-C67E-37B5BBF51A1F}"/>
              </a:ext>
            </a:extLst>
          </p:cNvPr>
          <p:cNvCxnSpPr>
            <a:cxnSpLocks/>
          </p:cNvCxnSpPr>
          <p:nvPr/>
        </p:nvCxnSpPr>
        <p:spPr>
          <a:xfrm flipV="1">
            <a:off x="9584145" y="4225250"/>
            <a:ext cx="0" cy="126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B6FD8750-758D-18A6-F42C-264DC3C03224}"/>
              </a:ext>
            </a:extLst>
          </p:cNvPr>
          <p:cNvSpPr/>
          <p:nvPr/>
        </p:nvSpPr>
        <p:spPr>
          <a:xfrm>
            <a:off x="8954145" y="5757663"/>
            <a:ext cx="1260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attribute name</a:t>
            </a:r>
          </a:p>
        </p:txBody>
      </p:sp>
      <p:sp>
        <p:nvSpPr>
          <p:cNvPr id="42" name="Oval 41">
            <a:extLst>
              <a:ext uri="{FF2B5EF4-FFF2-40B4-BE49-F238E27FC236}">
                <a16:creationId xmlns:a16="http://schemas.microsoft.com/office/drawing/2014/main" id="{3E8C35DF-60F3-C374-B994-3D625A7ECABB}"/>
              </a:ext>
            </a:extLst>
          </p:cNvPr>
          <p:cNvSpPr/>
          <p:nvPr/>
        </p:nvSpPr>
        <p:spPr>
          <a:xfrm>
            <a:off x="9476145" y="4850250"/>
            <a:ext cx="216000" cy="21600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4" name="Straight Connector 43">
            <a:extLst>
              <a:ext uri="{FF2B5EF4-FFF2-40B4-BE49-F238E27FC236}">
                <a16:creationId xmlns:a16="http://schemas.microsoft.com/office/drawing/2014/main" id="{72380521-959E-D233-5FEC-69700125CCDC}"/>
              </a:ext>
            </a:extLst>
          </p:cNvPr>
          <p:cNvCxnSpPr>
            <a:stCxn id="42" idx="6"/>
            <a:endCxn id="38" idx="2"/>
          </p:cNvCxnSpPr>
          <p:nvPr/>
        </p:nvCxnSpPr>
        <p:spPr>
          <a:xfrm>
            <a:off x="9692145" y="4958250"/>
            <a:ext cx="92206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86201808-1F07-4A8C-9140-99DAD11270FB}"/>
              </a:ext>
            </a:extLst>
          </p:cNvPr>
          <p:cNvSpPr/>
          <p:nvPr/>
        </p:nvSpPr>
        <p:spPr>
          <a:xfrm>
            <a:off x="3036776" y="4059000"/>
            <a:ext cx="216000" cy="216000"/>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 name="Straight Connector 4">
            <a:extLst>
              <a:ext uri="{FF2B5EF4-FFF2-40B4-BE49-F238E27FC236}">
                <a16:creationId xmlns:a16="http://schemas.microsoft.com/office/drawing/2014/main" id="{856AC72F-C19A-2F72-8D02-05D21031F969}"/>
              </a:ext>
            </a:extLst>
          </p:cNvPr>
          <p:cNvCxnSpPr>
            <a:cxnSpLocks/>
          </p:cNvCxnSpPr>
          <p:nvPr/>
        </p:nvCxnSpPr>
        <p:spPr>
          <a:xfrm flipV="1">
            <a:off x="3144776" y="2799000"/>
            <a:ext cx="0" cy="126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7EDEE933-8B34-B2B5-3065-A413E35ED999}"/>
              </a:ext>
            </a:extLst>
          </p:cNvPr>
          <p:cNvSpPr/>
          <p:nvPr/>
        </p:nvSpPr>
        <p:spPr>
          <a:xfrm rot="17100000">
            <a:off x="2514776" y="4723439"/>
            <a:ext cx="1260000" cy="43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attribute name</a:t>
            </a:r>
          </a:p>
        </p:txBody>
      </p:sp>
    </p:spTree>
    <p:extLst>
      <p:ext uri="{BB962C8B-B14F-4D97-AF65-F5344CB8AC3E}">
        <p14:creationId xmlns:p14="http://schemas.microsoft.com/office/powerpoint/2010/main" val="2601640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288C7-9C7C-9D6F-126B-57E0CE9467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525E58-560F-04B2-E780-91BF27B13162}"/>
              </a:ext>
            </a:extLst>
          </p:cNvPr>
          <p:cNvSpPr>
            <a:spLocks noGrp="1"/>
          </p:cNvSpPr>
          <p:nvPr>
            <p:ph type="title"/>
          </p:nvPr>
        </p:nvSpPr>
        <p:spPr/>
        <p:txBody>
          <a:bodyPr/>
          <a:lstStyle/>
          <a:p>
            <a:r>
              <a:rPr lang="en-GB" dirty="0"/>
              <a:t>Constructs (with some participation)</a:t>
            </a:r>
          </a:p>
        </p:txBody>
      </p:sp>
      <p:sp>
        <p:nvSpPr>
          <p:cNvPr id="3" name="Text Placeholder 2">
            <a:extLst>
              <a:ext uri="{FF2B5EF4-FFF2-40B4-BE49-F238E27FC236}">
                <a16:creationId xmlns:a16="http://schemas.microsoft.com/office/drawing/2014/main" id="{D46F971E-FD61-F66D-409B-B276AAA9D9E4}"/>
              </a:ext>
            </a:extLst>
          </p:cNvPr>
          <p:cNvSpPr>
            <a:spLocks noGrp="1"/>
          </p:cNvSpPr>
          <p:nvPr>
            <p:ph type="body" idx="1"/>
          </p:nvPr>
        </p:nvSpPr>
        <p:spPr>
          <a:xfrm>
            <a:off x="839788" y="1681163"/>
            <a:ext cx="3240000" cy="823912"/>
          </a:xfrm>
          <a:ln>
            <a:noFill/>
          </a:ln>
        </p:spPr>
        <p:txBody>
          <a:bodyPr/>
          <a:lstStyle/>
          <a:p>
            <a:r>
              <a:rPr lang="en-GB" dirty="0"/>
              <a:t>Entity Sets</a:t>
            </a:r>
          </a:p>
        </p:txBody>
      </p:sp>
      <p:sp>
        <p:nvSpPr>
          <p:cNvPr id="15" name="Text Placeholder 2">
            <a:extLst>
              <a:ext uri="{FF2B5EF4-FFF2-40B4-BE49-F238E27FC236}">
                <a16:creationId xmlns:a16="http://schemas.microsoft.com/office/drawing/2014/main" id="{94E8CBBF-741B-060C-5C9A-A39B30C88849}"/>
              </a:ext>
            </a:extLst>
          </p:cNvPr>
          <p:cNvSpPr txBox="1">
            <a:spLocks/>
          </p:cNvSpPr>
          <p:nvPr/>
        </p:nvSpPr>
        <p:spPr>
          <a:xfrm>
            <a:off x="8112212" y="1681163"/>
            <a:ext cx="3240000" cy="823912"/>
          </a:xfrm>
          <a:prstGeom prst="rect">
            <a:avLst/>
          </a:prstGeom>
          <a:ln>
            <a:noFill/>
          </a:ln>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GB" dirty="0"/>
              <a:t>Aggregates</a:t>
            </a:r>
          </a:p>
        </p:txBody>
      </p:sp>
      <p:sp>
        <p:nvSpPr>
          <p:cNvPr id="16" name="Content Placeholder 3">
            <a:extLst>
              <a:ext uri="{FF2B5EF4-FFF2-40B4-BE49-F238E27FC236}">
                <a16:creationId xmlns:a16="http://schemas.microsoft.com/office/drawing/2014/main" id="{B7E9FCF8-FAF9-53D8-1D84-C0A3ED1582E8}"/>
              </a:ext>
            </a:extLst>
          </p:cNvPr>
          <p:cNvSpPr txBox="1">
            <a:spLocks/>
          </p:cNvSpPr>
          <p:nvPr/>
        </p:nvSpPr>
        <p:spPr>
          <a:xfrm>
            <a:off x="8112212" y="2505075"/>
            <a:ext cx="3240000" cy="3684588"/>
          </a:xfrm>
          <a:prstGeom prst="rect">
            <a:avLst/>
          </a:prstGeom>
          <a:ln>
            <a:solidFill>
              <a:schemeClr val="accent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dirty="0"/>
          </a:p>
        </p:txBody>
      </p:sp>
      <p:sp>
        <p:nvSpPr>
          <p:cNvPr id="17" name="Text Placeholder 2">
            <a:extLst>
              <a:ext uri="{FF2B5EF4-FFF2-40B4-BE49-F238E27FC236}">
                <a16:creationId xmlns:a16="http://schemas.microsoft.com/office/drawing/2014/main" id="{6558D6E2-58F3-56FC-0140-81B027BF8317}"/>
              </a:ext>
            </a:extLst>
          </p:cNvPr>
          <p:cNvSpPr txBox="1">
            <a:spLocks/>
          </p:cNvSpPr>
          <p:nvPr/>
        </p:nvSpPr>
        <p:spPr>
          <a:xfrm>
            <a:off x="4476000" y="1681163"/>
            <a:ext cx="3240000" cy="823912"/>
          </a:xfrm>
          <a:prstGeom prst="rect">
            <a:avLst/>
          </a:prstGeom>
          <a:ln>
            <a:noFill/>
          </a:ln>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GB" dirty="0"/>
              <a:t>Relationship Sets</a:t>
            </a:r>
          </a:p>
        </p:txBody>
      </p:sp>
      <p:sp>
        <p:nvSpPr>
          <p:cNvPr id="18" name="Content Placeholder 3">
            <a:extLst>
              <a:ext uri="{FF2B5EF4-FFF2-40B4-BE49-F238E27FC236}">
                <a16:creationId xmlns:a16="http://schemas.microsoft.com/office/drawing/2014/main" id="{7148DC4F-4852-A37E-21F6-957D9F502E36}"/>
              </a:ext>
            </a:extLst>
          </p:cNvPr>
          <p:cNvSpPr txBox="1">
            <a:spLocks/>
          </p:cNvSpPr>
          <p:nvPr/>
        </p:nvSpPr>
        <p:spPr>
          <a:xfrm>
            <a:off x="4476000" y="2505075"/>
            <a:ext cx="3240000" cy="3684588"/>
          </a:xfrm>
          <a:prstGeom prst="rect">
            <a:avLst/>
          </a:prstGeom>
          <a:ln>
            <a:solidFill>
              <a:schemeClr val="accent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dirty="0"/>
          </a:p>
        </p:txBody>
      </p:sp>
      <p:sp>
        <p:nvSpPr>
          <p:cNvPr id="25" name="Content Placeholder 3">
            <a:extLst>
              <a:ext uri="{FF2B5EF4-FFF2-40B4-BE49-F238E27FC236}">
                <a16:creationId xmlns:a16="http://schemas.microsoft.com/office/drawing/2014/main" id="{DCA6B735-9D1B-B518-0F6E-5A174DB067E8}"/>
              </a:ext>
            </a:extLst>
          </p:cNvPr>
          <p:cNvSpPr txBox="1">
            <a:spLocks/>
          </p:cNvSpPr>
          <p:nvPr/>
        </p:nvSpPr>
        <p:spPr>
          <a:xfrm>
            <a:off x="839788" y="2505075"/>
            <a:ext cx="3240000" cy="3684588"/>
          </a:xfrm>
          <a:prstGeom prst="rect">
            <a:avLst/>
          </a:prstGeom>
          <a:ln>
            <a:solidFill>
              <a:schemeClr val="accent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dirty="0"/>
          </a:p>
        </p:txBody>
      </p:sp>
      <p:grpSp>
        <p:nvGrpSpPr>
          <p:cNvPr id="4" name="Group 3">
            <a:extLst>
              <a:ext uri="{FF2B5EF4-FFF2-40B4-BE49-F238E27FC236}">
                <a16:creationId xmlns:a16="http://schemas.microsoft.com/office/drawing/2014/main" id="{A844CC9D-50D4-1A6E-F469-ABDE84E74592}"/>
              </a:ext>
            </a:extLst>
          </p:cNvPr>
          <p:cNvGrpSpPr/>
          <p:nvPr/>
        </p:nvGrpSpPr>
        <p:grpSpPr>
          <a:xfrm>
            <a:off x="1829788" y="3897369"/>
            <a:ext cx="1260000" cy="900000"/>
            <a:chOff x="3074504" y="1020417"/>
            <a:chExt cx="1260000" cy="467999"/>
          </a:xfrm>
        </p:grpSpPr>
        <p:sp>
          <p:nvSpPr>
            <p:cNvPr id="5" name="Rectangle 4">
              <a:extLst>
                <a:ext uri="{FF2B5EF4-FFF2-40B4-BE49-F238E27FC236}">
                  <a16:creationId xmlns:a16="http://schemas.microsoft.com/office/drawing/2014/main" id="{15EB24EA-ABEF-F944-AE52-229664F88593}"/>
                </a:ext>
              </a:extLst>
            </p:cNvPr>
            <p:cNvSpPr/>
            <p:nvPr/>
          </p:nvSpPr>
          <p:spPr>
            <a:xfrm>
              <a:off x="3074504" y="1020417"/>
              <a:ext cx="1260000" cy="467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dirty="0">
                <a:latin typeface="Arial Narrow" panose="020B0606020202030204" pitchFamily="34" charset="0"/>
              </a:endParaRPr>
            </a:p>
          </p:txBody>
        </p:sp>
        <p:sp>
          <p:nvSpPr>
            <p:cNvPr id="6" name="TextBox 5">
              <a:extLst>
                <a:ext uri="{FF2B5EF4-FFF2-40B4-BE49-F238E27FC236}">
                  <a16:creationId xmlns:a16="http://schemas.microsoft.com/office/drawing/2014/main" id="{DD946B5B-B10E-5E23-B460-4D3720A232C6}"/>
                </a:ext>
              </a:extLst>
            </p:cNvPr>
            <p:cNvSpPr txBox="1"/>
            <p:nvPr/>
          </p:nvSpPr>
          <p:spPr>
            <a:xfrm>
              <a:off x="3275567" y="1086987"/>
              <a:ext cx="857927" cy="304082"/>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Entity</a:t>
              </a:r>
            </a:p>
            <a:p>
              <a:pPr algn="ctr"/>
              <a:r>
                <a:rPr lang="en-SG" sz="1600" dirty="0">
                  <a:latin typeface="Consolas" panose="020B0609020204030204" pitchFamily="49" charset="0"/>
                  <a:cs typeface="Consolas" panose="020B0609020204030204" pitchFamily="49" charset="0"/>
                </a:rPr>
                <a:t>Set</a:t>
              </a:r>
            </a:p>
          </p:txBody>
        </p:sp>
      </p:grpSp>
      <p:grpSp>
        <p:nvGrpSpPr>
          <p:cNvPr id="7" name="Group 6">
            <a:extLst>
              <a:ext uri="{FF2B5EF4-FFF2-40B4-BE49-F238E27FC236}">
                <a16:creationId xmlns:a16="http://schemas.microsoft.com/office/drawing/2014/main" id="{8E351CE8-697C-BB2F-9835-20A152F02FC6}"/>
              </a:ext>
            </a:extLst>
          </p:cNvPr>
          <p:cNvGrpSpPr/>
          <p:nvPr/>
        </p:nvGrpSpPr>
        <p:grpSpPr>
          <a:xfrm>
            <a:off x="5196000" y="3897369"/>
            <a:ext cx="1800000" cy="900000"/>
            <a:chOff x="3074504" y="1020417"/>
            <a:chExt cx="1260000" cy="468000"/>
          </a:xfrm>
        </p:grpSpPr>
        <p:sp>
          <p:nvSpPr>
            <p:cNvPr id="8" name="Diamond 7">
              <a:extLst>
                <a:ext uri="{FF2B5EF4-FFF2-40B4-BE49-F238E27FC236}">
                  <a16:creationId xmlns:a16="http://schemas.microsoft.com/office/drawing/2014/main" id="{695F418B-8F4E-94B1-A9D2-A1AC026DB046}"/>
                </a:ext>
              </a:extLst>
            </p:cNvPr>
            <p:cNvSpPr/>
            <p:nvPr/>
          </p:nvSpPr>
          <p:spPr>
            <a:xfrm>
              <a:off x="3074504" y="1020417"/>
              <a:ext cx="1260000" cy="468000"/>
            </a:xfrm>
            <a:prstGeom prst="diamond">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sz="1600">
                <a:latin typeface="Arial Narrow" panose="020B0606020202030204" pitchFamily="34" charset="0"/>
              </a:endParaRPr>
            </a:p>
          </p:txBody>
        </p:sp>
        <p:sp>
          <p:nvSpPr>
            <p:cNvPr id="9" name="TextBox 8">
              <a:extLst>
                <a:ext uri="{FF2B5EF4-FFF2-40B4-BE49-F238E27FC236}">
                  <a16:creationId xmlns:a16="http://schemas.microsoft.com/office/drawing/2014/main" id="{6C020140-A6EF-BB0D-F700-14FEFE04C227}"/>
                </a:ext>
              </a:extLst>
            </p:cNvPr>
            <p:cNvSpPr txBox="1"/>
            <p:nvPr/>
          </p:nvSpPr>
          <p:spPr>
            <a:xfrm>
              <a:off x="3168606" y="1163645"/>
              <a:ext cx="1071832" cy="176048"/>
            </a:xfrm>
            <a:prstGeom prst="rect">
              <a:avLst/>
            </a:prstGeom>
            <a:noFill/>
          </p:spPr>
          <p:txBody>
            <a:bodyPr wrap="none" rtlCol="0" anchor="ctr">
              <a:spAutoFit/>
            </a:bodyPr>
            <a:lstStyle/>
            <a:p>
              <a:pPr algn="ctr"/>
              <a:r>
                <a:rPr lang="en-US" sz="1600" dirty="0">
                  <a:latin typeface="Consolas" panose="020B0609020204030204" pitchFamily="49" charset="0"/>
                  <a:cs typeface="Consolas" panose="020B0609020204030204" pitchFamily="49" charset="0"/>
                </a:rPr>
                <a:t>Relationship</a:t>
              </a:r>
              <a:endParaRPr lang="en-SG" dirty="0">
                <a:latin typeface="Consolas" panose="020B0609020204030204" pitchFamily="49" charset="0"/>
                <a:cs typeface="Consolas" panose="020B0609020204030204" pitchFamily="49" charset="0"/>
              </a:endParaRPr>
            </a:p>
          </p:txBody>
        </p:sp>
      </p:grpSp>
      <p:grpSp>
        <p:nvGrpSpPr>
          <p:cNvPr id="10" name="Group 9">
            <a:extLst>
              <a:ext uri="{FF2B5EF4-FFF2-40B4-BE49-F238E27FC236}">
                <a16:creationId xmlns:a16="http://schemas.microsoft.com/office/drawing/2014/main" id="{2F303D39-0E77-3ABA-5B4D-C39AFC83DCE0}"/>
              </a:ext>
            </a:extLst>
          </p:cNvPr>
          <p:cNvGrpSpPr/>
          <p:nvPr/>
        </p:nvGrpSpPr>
        <p:grpSpPr>
          <a:xfrm>
            <a:off x="8832212" y="3897369"/>
            <a:ext cx="1800000" cy="900000"/>
            <a:chOff x="3074504" y="1020417"/>
            <a:chExt cx="1260000" cy="468000"/>
          </a:xfrm>
        </p:grpSpPr>
        <p:sp>
          <p:nvSpPr>
            <p:cNvPr id="11" name="Diamond 10">
              <a:extLst>
                <a:ext uri="{FF2B5EF4-FFF2-40B4-BE49-F238E27FC236}">
                  <a16:creationId xmlns:a16="http://schemas.microsoft.com/office/drawing/2014/main" id="{7E49E4B1-A9FA-0C91-D942-B7A7BCF32D6E}"/>
                </a:ext>
              </a:extLst>
            </p:cNvPr>
            <p:cNvSpPr/>
            <p:nvPr/>
          </p:nvSpPr>
          <p:spPr>
            <a:xfrm>
              <a:off x="3074504" y="1020417"/>
              <a:ext cx="1260000" cy="468000"/>
            </a:xfrm>
            <a:prstGeom prst="diamond">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sz="1600">
                <a:latin typeface="Arial Narrow" panose="020B0606020202030204" pitchFamily="34" charset="0"/>
              </a:endParaRPr>
            </a:p>
          </p:txBody>
        </p:sp>
        <p:sp>
          <p:nvSpPr>
            <p:cNvPr id="12" name="TextBox 11">
              <a:extLst>
                <a:ext uri="{FF2B5EF4-FFF2-40B4-BE49-F238E27FC236}">
                  <a16:creationId xmlns:a16="http://schemas.microsoft.com/office/drawing/2014/main" id="{AEF64875-1DD5-A903-0124-03A5770BF691}"/>
                </a:ext>
              </a:extLst>
            </p:cNvPr>
            <p:cNvSpPr txBox="1"/>
            <p:nvPr/>
          </p:nvSpPr>
          <p:spPr>
            <a:xfrm>
              <a:off x="3168606" y="1163645"/>
              <a:ext cx="1071832" cy="176048"/>
            </a:xfrm>
            <a:prstGeom prst="rect">
              <a:avLst/>
            </a:prstGeom>
            <a:noFill/>
          </p:spPr>
          <p:txBody>
            <a:bodyPr wrap="none" rtlCol="0" anchor="ctr">
              <a:spAutoFit/>
            </a:bodyPr>
            <a:lstStyle/>
            <a:p>
              <a:pPr algn="ctr"/>
              <a:r>
                <a:rPr lang="en-US" sz="1600" dirty="0">
                  <a:latin typeface="Consolas" panose="020B0609020204030204" pitchFamily="49" charset="0"/>
                  <a:cs typeface="Consolas" panose="020B0609020204030204" pitchFamily="49" charset="0"/>
                </a:rPr>
                <a:t>Relationship</a:t>
              </a:r>
              <a:endParaRPr lang="en-SG" dirty="0">
                <a:latin typeface="Consolas" panose="020B0609020204030204" pitchFamily="49" charset="0"/>
                <a:cs typeface="Consolas" panose="020B0609020204030204" pitchFamily="49" charset="0"/>
              </a:endParaRPr>
            </a:p>
          </p:txBody>
        </p:sp>
      </p:grpSp>
      <p:sp>
        <p:nvSpPr>
          <p:cNvPr id="13" name="Rectangle 12">
            <a:extLst>
              <a:ext uri="{FF2B5EF4-FFF2-40B4-BE49-F238E27FC236}">
                <a16:creationId xmlns:a16="http://schemas.microsoft.com/office/drawing/2014/main" id="{7C29ED8E-0A9E-09DA-5424-78C19796F45B}"/>
              </a:ext>
            </a:extLst>
          </p:cNvPr>
          <p:cNvSpPr/>
          <p:nvPr/>
        </p:nvSpPr>
        <p:spPr>
          <a:xfrm>
            <a:off x="8724212" y="3789369"/>
            <a:ext cx="2016000" cy="111600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dirty="0">
              <a:latin typeface="Arial Narrow" panose="020B0606020202030204" pitchFamily="34" charset="0"/>
            </a:endParaRPr>
          </a:p>
        </p:txBody>
      </p:sp>
      <p:cxnSp>
        <p:nvCxnSpPr>
          <p:cNvPr id="14" name="Straight Connector 13">
            <a:extLst>
              <a:ext uri="{FF2B5EF4-FFF2-40B4-BE49-F238E27FC236}">
                <a16:creationId xmlns:a16="http://schemas.microsoft.com/office/drawing/2014/main" id="{AF7C1446-09D0-AA74-6269-EBD5AFD94845}"/>
              </a:ext>
            </a:extLst>
          </p:cNvPr>
          <p:cNvCxnSpPr>
            <a:cxnSpLocks/>
            <a:endCxn id="5" idx="3"/>
          </p:cNvCxnSpPr>
          <p:nvPr/>
        </p:nvCxnSpPr>
        <p:spPr>
          <a:xfrm flipH="1">
            <a:off x="3089788" y="4347369"/>
            <a:ext cx="54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9CF1FE8-1FD2-55F4-9CC5-4A5442886F01}"/>
              </a:ext>
            </a:extLst>
          </p:cNvPr>
          <p:cNvCxnSpPr>
            <a:cxnSpLocks/>
          </p:cNvCxnSpPr>
          <p:nvPr/>
        </p:nvCxnSpPr>
        <p:spPr>
          <a:xfrm flipH="1">
            <a:off x="6996000" y="4347369"/>
            <a:ext cx="54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365E50A-7279-C723-A7FF-B596E79619F5}"/>
              </a:ext>
            </a:extLst>
          </p:cNvPr>
          <p:cNvCxnSpPr>
            <a:cxnSpLocks/>
          </p:cNvCxnSpPr>
          <p:nvPr/>
        </p:nvCxnSpPr>
        <p:spPr>
          <a:xfrm flipH="1">
            <a:off x="4656000" y="4347369"/>
            <a:ext cx="54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353C309-DE8B-081C-290F-C7D807F68960}"/>
              </a:ext>
            </a:extLst>
          </p:cNvPr>
          <p:cNvCxnSpPr>
            <a:cxnSpLocks/>
            <a:stCxn id="8" idx="2"/>
          </p:cNvCxnSpPr>
          <p:nvPr/>
        </p:nvCxnSpPr>
        <p:spPr>
          <a:xfrm>
            <a:off x="6096000" y="4797369"/>
            <a:ext cx="0" cy="54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2261134-1E36-B5EE-429A-31B050518065}"/>
              </a:ext>
            </a:extLst>
          </p:cNvPr>
          <p:cNvCxnSpPr>
            <a:cxnSpLocks/>
            <a:stCxn id="13" idx="2"/>
          </p:cNvCxnSpPr>
          <p:nvPr/>
        </p:nvCxnSpPr>
        <p:spPr>
          <a:xfrm>
            <a:off x="9732212" y="4905369"/>
            <a:ext cx="0" cy="54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4D95E35-7B5E-DFD3-00D8-A862252FFFE6}"/>
              </a:ext>
            </a:extLst>
          </p:cNvPr>
          <p:cNvCxnSpPr>
            <a:cxnSpLocks/>
          </p:cNvCxnSpPr>
          <p:nvPr/>
        </p:nvCxnSpPr>
        <p:spPr>
          <a:xfrm flipH="1">
            <a:off x="10632212" y="4347369"/>
            <a:ext cx="54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75D7306-1A4C-78B4-CB11-DAA54F53A6E5}"/>
              </a:ext>
            </a:extLst>
          </p:cNvPr>
          <p:cNvCxnSpPr>
            <a:cxnSpLocks/>
          </p:cNvCxnSpPr>
          <p:nvPr/>
        </p:nvCxnSpPr>
        <p:spPr>
          <a:xfrm flipH="1">
            <a:off x="8292212" y="4347369"/>
            <a:ext cx="54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D63EA8D4-198D-5552-006D-2AAA6EDF4562}"/>
              </a:ext>
            </a:extLst>
          </p:cNvPr>
          <p:cNvSpPr txBox="1"/>
          <p:nvPr/>
        </p:nvSpPr>
        <p:spPr>
          <a:xfrm>
            <a:off x="3088347" y="4003530"/>
            <a:ext cx="745718"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(0,n)</a:t>
            </a:r>
          </a:p>
        </p:txBody>
      </p:sp>
      <p:sp>
        <p:nvSpPr>
          <p:cNvPr id="54" name="TextBox 53">
            <a:extLst>
              <a:ext uri="{FF2B5EF4-FFF2-40B4-BE49-F238E27FC236}">
                <a16:creationId xmlns:a16="http://schemas.microsoft.com/office/drawing/2014/main" id="{3021145D-5B08-0EED-04DB-1938D5FECECD}"/>
              </a:ext>
            </a:extLst>
          </p:cNvPr>
          <p:cNvSpPr txBox="1"/>
          <p:nvPr/>
        </p:nvSpPr>
        <p:spPr>
          <a:xfrm>
            <a:off x="9732212" y="4905369"/>
            <a:ext cx="745717"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(1,1)</a:t>
            </a:r>
          </a:p>
        </p:txBody>
      </p:sp>
    </p:spTree>
    <p:extLst>
      <p:ext uri="{BB962C8B-B14F-4D97-AF65-F5344CB8AC3E}">
        <p14:creationId xmlns:p14="http://schemas.microsoft.com/office/powerpoint/2010/main" val="1723023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02344-DC4D-731C-DB3A-EB351560F4E8}"/>
              </a:ext>
            </a:extLst>
          </p:cNvPr>
          <p:cNvSpPr>
            <a:spLocks noGrp="1"/>
          </p:cNvSpPr>
          <p:nvPr>
            <p:ph type="title"/>
          </p:nvPr>
        </p:nvSpPr>
        <p:spPr/>
        <p:txBody>
          <a:bodyPr/>
          <a:lstStyle/>
          <a:p>
            <a:r>
              <a:rPr lang="en-GB" dirty="0"/>
              <a:t>Examples</a:t>
            </a:r>
          </a:p>
        </p:txBody>
      </p:sp>
      <p:sp>
        <p:nvSpPr>
          <p:cNvPr id="3" name="Text Placeholder 2">
            <a:extLst>
              <a:ext uri="{FF2B5EF4-FFF2-40B4-BE49-F238E27FC236}">
                <a16:creationId xmlns:a16="http://schemas.microsoft.com/office/drawing/2014/main" id="{77B9F7E7-D999-4BC9-BAEA-3CF8992BABA9}"/>
              </a:ext>
            </a:extLst>
          </p:cNvPr>
          <p:cNvSpPr>
            <a:spLocks noGrp="1"/>
          </p:cNvSpPr>
          <p:nvPr>
            <p:ph type="body" idx="1"/>
          </p:nvPr>
        </p:nvSpPr>
        <p:spPr/>
        <p:txBody>
          <a:bodyPr/>
          <a:lstStyle/>
          <a:p>
            <a:r>
              <a:rPr lang="en-GB" dirty="0"/>
              <a:t>Weak Entity Set</a:t>
            </a:r>
          </a:p>
        </p:txBody>
      </p:sp>
      <p:sp>
        <p:nvSpPr>
          <p:cNvPr id="5" name="Text Placeholder 4">
            <a:extLst>
              <a:ext uri="{FF2B5EF4-FFF2-40B4-BE49-F238E27FC236}">
                <a16:creationId xmlns:a16="http://schemas.microsoft.com/office/drawing/2014/main" id="{0345DABC-254F-221D-C732-1B924FA36302}"/>
              </a:ext>
            </a:extLst>
          </p:cNvPr>
          <p:cNvSpPr>
            <a:spLocks noGrp="1"/>
          </p:cNvSpPr>
          <p:nvPr>
            <p:ph type="body" sz="quarter" idx="3"/>
          </p:nvPr>
        </p:nvSpPr>
        <p:spPr/>
        <p:txBody>
          <a:bodyPr/>
          <a:lstStyle/>
          <a:p>
            <a:r>
              <a:rPr lang="en-GB" dirty="0"/>
              <a:t>Multiple Candidate Keys</a:t>
            </a:r>
          </a:p>
        </p:txBody>
      </p:sp>
      <p:grpSp>
        <p:nvGrpSpPr>
          <p:cNvPr id="7" name="Group 6">
            <a:extLst>
              <a:ext uri="{FF2B5EF4-FFF2-40B4-BE49-F238E27FC236}">
                <a16:creationId xmlns:a16="http://schemas.microsoft.com/office/drawing/2014/main" id="{2B61480E-A4BD-9067-38CD-A0DB349294AB}"/>
              </a:ext>
            </a:extLst>
          </p:cNvPr>
          <p:cNvGrpSpPr/>
          <p:nvPr/>
        </p:nvGrpSpPr>
        <p:grpSpPr>
          <a:xfrm>
            <a:off x="1289788" y="2632982"/>
            <a:ext cx="1260000" cy="900000"/>
            <a:chOff x="3074504" y="1020417"/>
            <a:chExt cx="1260000" cy="467999"/>
          </a:xfrm>
        </p:grpSpPr>
        <p:sp>
          <p:nvSpPr>
            <p:cNvPr id="8" name="Rectangle 7">
              <a:extLst>
                <a:ext uri="{FF2B5EF4-FFF2-40B4-BE49-F238E27FC236}">
                  <a16:creationId xmlns:a16="http://schemas.microsoft.com/office/drawing/2014/main" id="{5FFD3938-B841-E5DF-498D-691F00C427D9}"/>
                </a:ext>
              </a:extLst>
            </p:cNvPr>
            <p:cNvSpPr/>
            <p:nvPr/>
          </p:nvSpPr>
          <p:spPr>
            <a:xfrm>
              <a:off x="3074504" y="1020417"/>
              <a:ext cx="1260000" cy="467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dirty="0">
                <a:latin typeface="Arial Narrow" panose="020B0606020202030204" pitchFamily="34" charset="0"/>
              </a:endParaRPr>
            </a:p>
          </p:txBody>
        </p:sp>
        <p:sp>
          <p:nvSpPr>
            <p:cNvPr id="9" name="TextBox 8">
              <a:extLst>
                <a:ext uri="{FF2B5EF4-FFF2-40B4-BE49-F238E27FC236}">
                  <a16:creationId xmlns:a16="http://schemas.microsoft.com/office/drawing/2014/main" id="{5D583DCA-B1C0-C1AB-89F4-4607F6E4C60D}"/>
                </a:ext>
              </a:extLst>
            </p:cNvPr>
            <p:cNvSpPr txBox="1"/>
            <p:nvPr/>
          </p:nvSpPr>
          <p:spPr>
            <a:xfrm>
              <a:off x="3387777" y="1151004"/>
              <a:ext cx="633508" cy="176048"/>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Weak</a:t>
              </a:r>
            </a:p>
          </p:txBody>
        </p:sp>
      </p:grpSp>
      <p:grpSp>
        <p:nvGrpSpPr>
          <p:cNvPr id="10" name="Group 9">
            <a:extLst>
              <a:ext uri="{FF2B5EF4-FFF2-40B4-BE49-F238E27FC236}">
                <a16:creationId xmlns:a16="http://schemas.microsoft.com/office/drawing/2014/main" id="{7DC70511-6F17-11A9-1AF0-2F6C994B7AE9}"/>
              </a:ext>
            </a:extLst>
          </p:cNvPr>
          <p:cNvGrpSpPr/>
          <p:nvPr/>
        </p:nvGrpSpPr>
        <p:grpSpPr>
          <a:xfrm>
            <a:off x="1019788" y="3897369"/>
            <a:ext cx="1800000" cy="900000"/>
            <a:chOff x="3074504" y="1020417"/>
            <a:chExt cx="1260000" cy="468000"/>
          </a:xfrm>
        </p:grpSpPr>
        <p:sp>
          <p:nvSpPr>
            <p:cNvPr id="11" name="Diamond 10">
              <a:extLst>
                <a:ext uri="{FF2B5EF4-FFF2-40B4-BE49-F238E27FC236}">
                  <a16:creationId xmlns:a16="http://schemas.microsoft.com/office/drawing/2014/main" id="{34BC40A5-A8AD-0684-10A9-EE8C61C23F5C}"/>
                </a:ext>
              </a:extLst>
            </p:cNvPr>
            <p:cNvSpPr/>
            <p:nvPr/>
          </p:nvSpPr>
          <p:spPr>
            <a:xfrm>
              <a:off x="3074504" y="1020417"/>
              <a:ext cx="1260000" cy="468000"/>
            </a:xfrm>
            <a:prstGeom prst="diamond">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sz="1600">
                <a:latin typeface="Arial Narrow" panose="020B0606020202030204" pitchFamily="34" charset="0"/>
              </a:endParaRPr>
            </a:p>
          </p:txBody>
        </p:sp>
        <p:sp>
          <p:nvSpPr>
            <p:cNvPr id="12" name="TextBox 11">
              <a:extLst>
                <a:ext uri="{FF2B5EF4-FFF2-40B4-BE49-F238E27FC236}">
                  <a16:creationId xmlns:a16="http://schemas.microsoft.com/office/drawing/2014/main" id="{C1EA9331-4785-B54F-5F52-6CBA5EFADDCF}"/>
                </a:ext>
              </a:extLst>
            </p:cNvPr>
            <p:cNvSpPr txBox="1"/>
            <p:nvPr/>
          </p:nvSpPr>
          <p:spPr>
            <a:xfrm>
              <a:off x="3207883" y="1163645"/>
              <a:ext cx="993285" cy="176048"/>
            </a:xfrm>
            <a:prstGeom prst="rect">
              <a:avLst/>
            </a:prstGeom>
            <a:noFill/>
          </p:spPr>
          <p:txBody>
            <a:bodyPr wrap="none" rtlCol="0" anchor="ctr">
              <a:spAutoFit/>
            </a:bodyPr>
            <a:lstStyle/>
            <a:p>
              <a:pPr algn="ctr"/>
              <a:r>
                <a:rPr lang="en-US" sz="1600" dirty="0">
                  <a:latin typeface="Consolas" panose="020B0609020204030204" pitchFamily="49" charset="0"/>
                  <a:cs typeface="Consolas" panose="020B0609020204030204" pitchFamily="49" charset="0"/>
                </a:rPr>
                <a:t>Identifying</a:t>
              </a:r>
              <a:endParaRPr lang="en-SG" dirty="0">
                <a:latin typeface="Consolas" panose="020B0609020204030204" pitchFamily="49" charset="0"/>
                <a:cs typeface="Consolas" panose="020B0609020204030204" pitchFamily="49" charset="0"/>
              </a:endParaRPr>
            </a:p>
          </p:txBody>
        </p:sp>
      </p:grpSp>
      <p:grpSp>
        <p:nvGrpSpPr>
          <p:cNvPr id="13" name="Group 12">
            <a:extLst>
              <a:ext uri="{FF2B5EF4-FFF2-40B4-BE49-F238E27FC236}">
                <a16:creationId xmlns:a16="http://schemas.microsoft.com/office/drawing/2014/main" id="{5CA836EC-2FED-7A90-62F4-5109A2F57546}"/>
              </a:ext>
            </a:extLst>
          </p:cNvPr>
          <p:cNvGrpSpPr/>
          <p:nvPr/>
        </p:nvGrpSpPr>
        <p:grpSpPr>
          <a:xfrm>
            <a:off x="1289788" y="5136537"/>
            <a:ext cx="1260000" cy="900000"/>
            <a:chOff x="3074504" y="1020417"/>
            <a:chExt cx="1260000" cy="467999"/>
          </a:xfrm>
        </p:grpSpPr>
        <p:sp>
          <p:nvSpPr>
            <p:cNvPr id="14" name="Rectangle 13">
              <a:extLst>
                <a:ext uri="{FF2B5EF4-FFF2-40B4-BE49-F238E27FC236}">
                  <a16:creationId xmlns:a16="http://schemas.microsoft.com/office/drawing/2014/main" id="{6550C104-15C2-F74E-BD42-31D650F167D3}"/>
                </a:ext>
              </a:extLst>
            </p:cNvPr>
            <p:cNvSpPr/>
            <p:nvPr/>
          </p:nvSpPr>
          <p:spPr>
            <a:xfrm>
              <a:off x="3074504" y="1020417"/>
              <a:ext cx="1260000" cy="467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dirty="0">
                <a:latin typeface="Arial Narrow" panose="020B0606020202030204" pitchFamily="34" charset="0"/>
              </a:endParaRPr>
            </a:p>
          </p:txBody>
        </p:sp>
        <p:sp>
          <p:nvSpPr>
            <p:cNvPr id="15" name="TextBox 14">
              <a:extLst>
                <a:ext uri="{FF2B5EF4-FFF2-40B4-BE49-F238E27FC236}">
                  <a16:creationId xmlns:a16="http://schemas.microsoft.com/office/drawing/2014/main" id="{62CB249F-2EB4-5ED0-F521-92B93AD2DBE1}"/>
                </a:ext>
              </a:extLst>
            </p:cNvPr>
            <p:cNvSpPr txBox="1"/>
            <p:nvPr/>
          </p:nvSpPr>
          <p:spPr>
            <a:xfrm>
              <a:off x="3163359" y="1151004"/>
              <a:ext cx="1082348" cy="176048"/>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Dominant</a:t>
              </a:r>
            </a:p>
          </p:txBody>
        </p:sp>
      </p:grpSp>
      <p:cxnSp>
        <p:nvCxnSpPr>
          <p:cNvPr id="16" name="Straight Connector 15">
            <a:extLst>
              <a:ext uri="{FF2B5EF4-FFF2-40B4-BE49-F238E27FC236}">
                <a16:creationId xmlns:a16="http://schemas.microsoft.com/office/drawing/2014/main" id="{1A48C3D9-4654-2A8E-09F4-5BEC70D430A5}"/>
              </a:ext>
            </a:extLst>
          </p:cNvPr>
          <p:cNvCxnSpPr>
            <a:cxnSpLocks/>
            <a:stCxn id="8" idx="2"/>
            <a:endCxn id="11" idx="0"/>
          </p:cNvCxnSpPr>
          <p:nvPr/>
        </p:nvCxnSpPr>
        <p:spPr>
          <a:xfrm>
            <a:off x="1919788" y="3532982"/>
            <a:ext cx="0" cy="3643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8A3E7AD-D3E8-219E-2489-B9510FBA6D24}"/>
              </a:ext>
            </a:extLst>
          </p:cNvPr>
          <p:cNvSpPr txBox="1"/>
          <p:nvPr/>
        </p:nvSpPr>
        <p:spPr>
          <a:xfrm>
            <a:off x="1919788" y="3533596"/>
            <a:ext cx="745717" cy="338554"/>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(1,1)</a:t>
            </a:r>
          </a:p>
        </p:txBody>
      </p:sp>
      <p:cxnSp>
        <p:nvCxnSpPr>
          <p:cNvPr id="18" name="Straight Connector 17">
            <a:extLst>
              <a:ext uri="{FF2B5EF4-FFF2-40B4-BE49-F238E27FC236}">
                <a16:creationId xmlns:a16="http://schemas.microsoft.com/office/drawing/2014/main" id="{95E708B8-DB31-013E-636C-CA34711A91B5}"/>
              </a:ext>
            </a:extLst>
          </p:cNvPr>
          <p:cNvCxnSpPr>
            <a:cxnSpLocks/>
            <a:stCxn id="11" idx="2"/>
            <a:endCxn id="14" idx="0"/>
          </p:cNvCxnSpPr>
          <p:nvPr/>
        </p:nvCxnSpPr>
        <p:spPr>
          <a:xfrm>
            <a:off x="1919788" y="4797369"/>
            <a:ext cx="0" cy="3391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5C4A61E7-54B0-0286-488A-9A074F129275}"/>
              </a:ext>
            </a:extLst>
          </p:cNvPr>
          <p:cNvSpPr/>
          <p:nvPr/>
        </p:nvSpPr>
        <p:spPr>
          <a:xfrm>
            <a:off x="2783788" y="2974982"/>
            <a:ext cx="216000" cy="21600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0" name="Straight Connector 19">
            <a:extLst>
              <a:ext uri="{FF2B5EF4-FFF2-40B4-BE49-F238E27FC236}">
                <a16:creationId xmlns:a16="http://schemas.microsoft.com/office/drawing/2014/main" id="{9344B112-660A-66B2-01FA-561DF00D6175}"/>
              </a:ext>
            </a:extLst>
          </p:cNvPr>
          <p:cNvCxnSpPr>
            <a:cxnSpLocks/>
            <a:stCxn id="22" idx="2"/>
            <a:endCxn id="8" idx="3"/>
          </p:cNvCxnSpPr>
          <p:nvPr/>
        </p:nvCxnSpPr>
        <p:spPr>
          <a:xfrm flipH="1">
            <a:off x="2549788" y="3082982"/>
            <a:ext cx="63050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661333D8-E5EB-88DC-2151-91BD24934556}"/>
              </a:ext>
            </a:extLst>
          </p:cNvPr>
          <p:cNvSpPr/>
          <p:nvPr/>
        </p:nvSpPr>
        <p:spPr>
          <a:xfrm>
            <a:off x="3396000" y="2866982"/>
            <a:ext cx="648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600" dirty="0" err="1">
                <a:solidFill>
                  <a:schemeClr val="tx1"/>
                </a:solidFill>
                <a:latin typeface="Consolas" panose="020B0609020204030204" pitchFamily="49" charset="0"/>
                <a:cs typeface="Consolas" panose="020B0609020204030204" pitchFamily="49" charset="0"/>
              </a:rPr>
              <a:t>attr</a:t>
            </a:r>
            <a:endParaRPr lang="en-GB" sz="1600" dirty="0">
              <a:solidFill>
                <a:schemeClr val="tx1"/>
              </a:solidFill>
              <a:latin typeface="Consolas" panose="020B0609020204030204" pitchFamily="49" charset="0"/>
              <a:cs typeface="Consolas" panose="020B0609020204030204" pitchFamily="49" charset="0"/>
            </a:endParaRPr>
          </a:p>
        </p:txBody>
      </p:sp>
      <p:sp>
        <p:nvSpPr>
          <p:cNvPr id="22" name="Oval 21">
            <a:extLst>
              <a:ext uri="{FF2B5EF4-FFF2-40B4-BE49-F238E27FC236}">
                <a16:creationId xmlns:a16="http://schemas.microsoft.com/office/drawing/2014/main" id="{B4353655-23BF-A2B3-6F7E-DA49B4883DAD}"/>
              </a:ext>
            </a:extLst>
          </p:cNvPr>
          <p:cNvSpPr/>
          <p:nvPr/>
        </p:nvSpPr>
        <p:spPr>
          <a:xfrm>
            <a:off x="3180297" y="2974982"/>
            <a:ext cx="216000" cy="216000"/>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Oval 22">
            <a:extLst>
              <a:ext uri="{FF2B5EF4-FFF2-40B4-BE49-F238E27FC236}">
                <a16:creationId xmlns:a16="http://schemas.microsoft.com/office/drawing/2014/main" id="{CE4D6625-9DB2-CEBA-5B66-EFB675F04928}"/>
              </a:ext>
            </a:extLst>
          </p:cNvPr>
          <p:cNvSpPr/>
          <p:nvPr/>
        </p:nvSpPr>
        <p:spPr>
          <a:xfrm>
            <a:off x="1811788" y="4859378"/>
            <a:ext cx="216000" cy="21600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4" name="Straight Connector 57">
            <a:extLst>
              <a:ext uri="{FF2B5EF4-FFF2-40B4-BE49-F238E27FC236}">
                <a16:creationId xmlns:a16="http://schemas.microsoft.com/office/drawing/2014/main" id="{E66EB5D4-EB1F-A0F9-999C-9234CAD523AA}"/>
              </a:ext>
            </a:extLst>
          </p:cNvPr>
          <p:cNvCxnSpPr>
            <a:cxnSpLocks/>
            <a:stCxn id="23" idx="6"/>
            <a:endCxn id="19" idx="4"/>
          </p:cNvCxnSpPr>
          <p:nvPr/>
        </p:nvCxnSpPr>
        <p:spPr>
          <a:xfrm flipV="1">
            <a:off x="2027788" y="3190982"/>
            <a:ext cx="864000" cy="1776396"/>
          </a:xfrm>
          <a:prstGeom prst="bentConnector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Content Placeholder 3">
            <a:extLst>
              <a:ext uri="{FF2B5EF4-FFF2-40B4-BE49-F238E27FC236}">
                <a16:creationId xmlns:a16="http://schemas.microsoft.com/office/drawing/2014/main" id="{B5070179-1252-6A23-7A93-C32A31134F96}"/>
              </a:ext>
            </a:extLst>
          </p:cNvPr>
          <p:cNvSpPr txBox="1">
            <a:spLocks/>
          </p:cNvSpPr>
          <p:nvPr/>
        </p:nvSpPr>
        <p:spPr>
          <a:xfrm>
            <a:off x="839788" y="2505075"/>
            <a:ext cx="5157787" cy="3684588"/>
          </a:xfrm>
          <a:prstGeom prst="rect">
            <a:avLst/>
          </a:prstGeom>
          <a:ln>
            <a:solidFill>
              <a:schemeClr val="accent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28" name="Content Placeholder 3">
            <a:extLst>
              <a:ext uri="{FF2B5EF4-FFF2-40B4-BE49-F238E27FC236}">
                <a16:creationId xmlns:a16="http://schemas.microsoft.com/office/drawing/2014/main" id="{31E80F69-49A0-2600-7BEB-5748A11710F0}"/>
              </a:ext>
            </a:extLst>
          </p:cNvPr>
          <p:cNvSpPr txBox="1">
            <a:spLocks/>
          </p:cNvSpPr>
          <p:nvPr/>
        </p:nvSpPr>
        <p:spPr>
          <a:xfrm>
            <a:off x="6176287" y="2505075"/>
            <a:ext cx="5157787" cy="3684588"/>
          </a:xfrm>
          <a:prstGeom prst="rect">
            <a:avLst/>
          </a:prstGeom>
          <a:ln>
            <a:solidFill>
              <a:schemeClr val="accent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grpSp>
        <p:nvGrpSpPr>
          <p:cNvPr id="29" name="Group 28">
            <a:extLst>
              <a:ext uri="{FF2B5EF4-FFF2-40B4-BE49-F238E27FC236}">
                <a16:creationId xmlns:a16="http://schemas.microsoft.com/office/drawing/2014/main" id="{ECC81968-FACB-9F87-8301-173D7D56DB2D}"/>
              </a:ext>
            </a:extLst>
          </p:cNvPr>
          <p:cNvGrpSpPr/>
          <p:nvPr/>
        </p:nvGrpSpPr>
        <p:grpSpPr>
          <a:xfrm>
            <a:off x="7143794" y="2915256"/>
            <a:ext cx="3240000" cy="900000"/>
            <a:chOff x="3074504" y="1020417"/>
            <a:chExt cx="1260000" cy="467999"/>
          </a:xfrm>
        </p:grpSpPr>
        <p:sp>
          <p:nvSpPr>
            <p:cNvPr id="30" name="Rectangle 29">
              <a:extLst>
                <a:ext uri="{FF2B5EF4-FFF2-40B4-BE49-F238E27FC236}">
                  <a16:creationId xmlns:a16="http://schemas.microsoft.com/office/drawing/2014/main" id="{0D86B60E-4783-E62D-4227-B7A94B20B3DC}"/>
                </a:ext>
              </a:extLst>
            </p:cNvPr>
            <p:cNvSpPr/>
            <p:nvPr/>
          </p:nvSpPr>
          <p:spPr>
            <a:xfrm>
              <a:off x="3074504" y="1020417"/>
              <a:ext cx="1260000" cy="467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SG" dirty="0">
                <a:latin typeface="Arial Narrow" panose="020B0606020202030204" pitchFamily="34" charset="0"/>
              </a:endParaRPr>
            </a:p>
          </p:txBody>
        </p:sp>
        <p:sp>
          <p:nvSpPr>
            <p:cNvPr id="31" name="TextBox 30">
              <a:extLst>
                <a:ext uri="{FF2B5EF4-FFF2-40B4-BE49-F238E27FC236}">
                  <a16:creationId xmlns:a16="http://schemas.microsoft.com/office/drawing/2014/main" id="{07E9D44E-F24B-C536-8B6E-A09DB0D261D6}"/>
                </a:ext>
              </a:extLst>
            </p:cNvPr>
            <p:cNvSpPr txBox="1"/>
            <p:nvPr/>
          </p:nvSpPr>
          <p:spPr>
            <a:xfrm>
              <a:off x="3275568" y="1086987"/>
              <a:ext cx="857927" cy="304082"/>
            </a:xfrm>
            <a:prstGeom prst="rect">
              <a:avLst/>
            </a:prstGeom>
            <a:noFill/>
          </p:spPr>
          <p:txBody>
            <a:bodyPr wrap="none" rtlCol="0" anchor="ctr">
              <a:spAutoFit/>
            </a:bodyPr>
            <a:lstStyle/>
            <a:p>
              <a:pPr algn="ctr"/>
              <a:r>
                <a:rPr lang="en-SG" sz="1600" dirty="0">
                  <a:latin typeface="Consolas" panose="020B0609020204030204" pitchFamily="49" charset="0"/>
                  <a:cs typeface="Consolas" panose="020B0609020204030204" pitchFamily="49" charset="0"/>
                </a:rPr>
                <a:t>Entity</a:t>
              </a:r>
            </a:p>
            <a:p>
              <a:pPr algn="ctr"/>
              <a:r>
                <a:rPr lang="en-SG" sz="1600" dirty="0">
                  <a:latin typeface="Consolas" panose="020B0609020204030204" pitchFamily="49" charset="0"/>
                  <a:cs typeface="Consolas" panose="020B0609020204030204" pitchFamily="49" charset="0"/>
                </a:rPr>
                <a:t>Set</a:t>
              </a:r>
            </a:p>
          </p:txBody>
        </p:sp>
      </p:grpSp>
      <p:sp>
        <p:nvSpPr>
          <p:cNvPr id="32" name="Oval 31">
            <a:extLst>
              <a:ext uri="{FF2B5EF4-FFF2-40B4-BE49-F238E27FC236}">
                <a16:creationId xmlns:a16="http://schemas.microsoft.com/office/drawing/2014/main" id="{0C552BE4-F1EC-784F-190D-2C6868726DD5}"/>
              </a:ext>
            </a:extLst>
          </p:cNvPr>
          <p:cNvSpPr/>
          <p:nvPr/>
        </p:nvSpPr>
        <p:spPr>
          <a:xfrm>
            <a:off x="8737642" y="5075069"/>
            <a:ext cx="216000" cy="216000"/>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3" name="Straight Connector 32">
            <a:extLst>
              <a:ext uri="{FF2B5EF4-FFF2-40B4-BE49-F238E27FC236}">
                <a16:creationId xmlns:a16="http://schemas.microsoft.com/office/drawing/2014/main" id="{2D49B38D-6BA1-3FA4-5D0E-8D0673543763}"/>
              </a:ext>
            </a:extLst>
          </p:cNvPr>
          <p:cNvCxnSpPr>
            <a:cxnSpLocks/>
          </p:cNvCxnSpPr>
          <p:nvPr/>
        </p:nvCxnSpPr>
        <p:spPr>
          <a:xfrm flipV="1">
            <a:off x="8845642" y="3815069"/>
            <a:ext cx="0" cy="126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C68CE525-70D2-90EC-E769-75809DEC955F}"/>
              </a:ext>
            </a:extLst>
          </p:cNvPr>
          <p:cNvSpPr/>
          <p:nvPr/>
        </p:nvSpPr>
        <p:spPr>
          <a:xfrm>
            <a:off x="8215642" y="5347482"/>
            <a:ext cx="1260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attr2</a:t>
            </a:r>
          </a:p>
        </p:txBody>
      </p:sp>
      <p:sp>
        <p:nvSpPr>
          <p:cNvPr id="35" name="Oval 34">
            <a:extLst>
              <a:ext uri="{FF2B5EF4-FFF2-40B4-BE49-F238E27FC236}">
                <a16:creationId xmlns:a16="http://schemas.microsoft.com/office/drawing/2014/main" id="{70006AC5-5F68-2A05-E190-1FE04C5F6842}"/>
              </a:ext>
            </a:extLst>
          </p:cNvPr>
          <p:cNvSpPr/>
          <p:nvPr/>
        </p:nvSpPr>
        <p:spPr>
          <a:xfrm>
            <a:off x="8737642" y="4121162"/>
            <a:ext cx="216000" cy="21600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Oval 35">
            <a:extLst>
              <a:ext uri="{FF2B5EF4-FFF2-40B4-BE49-F238E27FC236}">
                <a16:creationId xmlns:a16="http://schemas.microsoft.com/office/drawing/2014/main" id="{D7050F57-8D41-3783-DD8F-70C0340E2E29}"/>
              </a:ext>
            </a:extLst>
          </p:cNvPr>
          <p:cNvSpPr/>
          <p:nvPr/>
        </p:nvSpPr>
        <p:spPr>
          <a:xfrm>
            <a:off x="7599575" y="5075069"/>
            <a:ext cx="216000" cy="216000"/>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7" name="Straight Connector 36">
            <a:extLst>
              <a:ext uri="{FF2B5EF4-FFF2-40B4-BE49-F238E27FC236}">
                <a16:creationId xmlns:a16="http://schemas.microsoft.com/office/drawing/2014/main" id="{503EB23D-9AE3-CFAF-FA1E-B6BE6355BD69}"/>
              </a:ext>
            </a:extLst>
          </p:cNvPr>
          <p:cNvCxnSpPr>
            <a:cxnSpLocks/>
          </p:cNvCxnSpPr>
          <p:nvPr/>
        </p:nvCxnSpPr>
        <p:spPr>
          <a:xfrm flipV="1">
            <a:off x="7707575" y="3815069"/>
            <a:ext cx="0" cy="126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59E7F52C-A1CB-96C5-689C-26EB2D96C928}"/>
              </a:ext>
            </a:extLst>
          </p:cNvPr>
          <p:cNvSpPr/>
          <p:nvPr/>
        </p:nvSpPr>
        <p:spPr>
          <a:xfrm>
            <a:off x="7077575" y="5347482"/>
            <a:ext cx="1260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attr1</a:t>
            </a:r>
          </a:p>
        </p:txBody>
      </p:sp>
      <p:sp>
        <p:nvSpPr>
          <p:cNvPr id="39" name="Oval 38">
            <a:extLst>
              <a:ext uri="{FF2B5EF4-FFF2-40B4-BE49-F238E27FC236}">
                <a16:creationId xmlns:a16="http://schemas.microsoft.com/office/drawing/2014/main" id="{760F1734-F435-969E-A1E2-6F33A4106341}"/>
              </a:ext>
            </a:extLst>
          </p:cNvPr>
          <p:cNvSpPr/>
          <p:nvPr/>
        </p:nvSpPr>
        <p:spPr>
          <a:xfrm>
            <a:off x="7599575" y="4121162"/>
            <a:ext cx="216000" cy="21600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0" name="Straight Connector 39">
            <a:extLst>
              <a:ext uri="{FF2B5EF4-FFF2-40B4-BE49-F238E27FC236}">
                <a16:creationId xmlns:a16="http://schemas.microsoft.com/office/drawing/2014/main" id="{7AE7B54F-8E96-E323-C81D-815377CECB80}"/>
              </a:ext>
            </a:extLst>
          </p:cNvPr>
          <p:cNvCxnSpPr>
            <a:stCxn id="39" idx="6"/>
            <a:endCxn id="35" idx="2"/>
          </p:cNvCxnSpPr>
          <p:nvPr/>
        </p:nvCxnSpPr>
        <p:spPr>
          <a:xfrm>
            <a:off x="7815575" y="4229162"/>
            <a:ext cx="92206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C6E6F266-8712-07BA-557F-E825000B60E4}"/>
              </a:ext>
            </a:extLst>
          </p:cNvPr>
          <p:cNvSpPr/>
          <p:nvPr/>
        </p:nvSpPr>
        <p:spPr>
          <a:xfrm>
            <a:off x="9936855" y="5075069"/>
            <a:ext cx="216000" cy="216000"/>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3" name="Straight Connector 42">
            <a:extLst>
              <a:ext uri="{FF2B5EF4-FFF2-40B4-BE49-F238E27FC236}">
                <a16:creationId xmlns:a16="http://schemas.microsoft.com/office/drawing/2014/main" id="{CCC4698E-B4AE-2671-90F8-30583FB4548F}"/>
              </a:ext>
            </a:extLst>
          </p:cNvPr>
          <p:cNvCxnSpPr>
            <a:cxnSpLocks/>
          </p:cNvCxnSpPr>
          <p:nvPr/>
        </p:nvCxnSpPr>
        <p:spPr>
          <a:xfrm flipV="1">
            <a:off x="10044855" y="3815069"/>
            <a:ext cx="0" cy="126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DC749D89-852E-267B-F81E-23749BF19160}"/>
              </a:ext>
            </a:extLst>
          </p:cNvPr>
          <p:cNvSpPr/>
          <p:nvPr/>
        </p:nvSpPr>
        <p:spPr>
          <a:xfrm>
            <a:off x="9414855" y="5347482"/>
            <a:ext cx="1260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anose="020B0609020204030204" pitchFamily="49" charset="0"/>
                <a:cs typeface="Consolas" panose="020B0609020204030204" pitchFamily="49" charset="0"/>
              </a:rPr>
              <a:t>attr3</a:t>
            </a:r>
          </a:p>
        </p:txBody>
      </p:sp>
      <p:sp>
        <p:nvSpPr>
          <p:cNvPr id="46" name="Oval 45">
            <a:extLst>
              <a:ext uri="{FF2B5EF4-FFF2-40B4-BE49-F238E27FC236}">
                <a16:creationId xmlns:a16="http://schemas.microsoft.com/office/drawing/2014/main" id="{12DEDE95-130F-A740-7394-3E4D76BDFDC2}"/>
              </a:ext>
            </a:extLst>
          </p:cNvPr>
          <p:cNvSpPr/>
          <p:nvPr/>
        </p:nvSpPr>
        <p:spPr>
          <a:xfrm>
            <a:off x="8737642" y="4663422"/>
            <a:ext cx="216000" cy="21600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8" name="Straight Connector 47">
            <a:extLst>
              <a:ext uri="{FF2B5EF4-FFF2-40B4-BE49-F238E27FC236}">
                <a16:creationId xmlns:a16="http://schemas.microsoft.com/office/drawing/2014/main" id="{F3C1DC6E-FD09-0AF0-9F92-04B08D692628}"/>
              </a:ext>
            </a:extLst>
          </p:cNvPr>
          <p:cNvCxnSpPr>
            <a:cxnSpLocks/>
            <a:stCxn id="49" idx="2"/>
            <a:endCxn id="46" idx="2"/>
          </p:cNvCxnSpPr>
          <p:nvPr/>
        </p:nvCxnSpPr>
        <p:spPr>
          <a:xfrm flipH="1">
            <a:off x="8737642" y="4771422"/>
            <a:ext cx="119921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7939A787-2DD7-2EDF-6FC1-CB2C440DB84D}"/>
              </a:ext>
            </a:extLst>
          </p:cNvPr>
          <p:cNvSpPr/>
          <p:nvPr/>
        </p:nvSpPr>
        <p:spPr>
          <a:xfrm>
            <a:off x="9936855" y="4663422"/>
            <a:ext cx="216000" cy="21600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0" name="Straight Connector 49">
            <a:extLst>
              <a:ext uri="{FF2B5EF4-FFF2-40B4-BE49-F238E27FC236}">
                <a16:creationId xmlns:a16="http://schemas.microsoft.com/office/drawing/2014/main" id="{287EF75B-7F06-CB6C-85DC-9AC3B2415CC1}"/>
              </a:ext>
            </a:extLst>
          </p:cNvPr>
          <p:cNvCxnSpPr>
            <a:cxnSpLocks/>
            <a:stCxn id="52" idx="2"/>
          </p:cNvCxnSpPr>
          <p:nvPr/>
        </p:nvCxnSpPr>
        <p:spPr>
          <a:xfrm flipH="1">
            <a:off x="2549788" y="5603695"/>
            <a:ext cx="63050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2817A541-CC72-E8BA-048C-20B0B7388B9D}"/>
              </a:ext>
            </a:extLst>
          </p:cNvPr>
          <p:cNvSpPr/>
          <p:nvPr/>
        </p:nvSpPr>
        <p:spPr>
          <a:xfrm>
            <a:off x="3396000" y="5387695"/>
            <a:ext cx="648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600" dirty="0" err="1">
                <a:solidFill>
                  <a:schemeClr val="tx1"/>
                </a:solidFill>
                <a:latin typeface="Consolas" panose="020B0609020204030204" pitchFamily="49" charset="0"/>
                <a:cs typeface="Consolas" panose="020B0609020204030204" pitchFamily="49" charset="0"/>
              </a:rPr>
              <a:t>attr</a:t>
            </a:r>
            <a:endParaRPr lang="en-GB" sz="1600" dirty="0">
              <a:solidFill>
                <a:schemeClr val="tx1"/>
              </a:solidFill>
              <a:latin typeface="Consolas" panose="020B0609020204030204" pitchFamily="49" charset="0"/>
              <a:cs typeface="Consolas" panose="020B0609020204030204" pitchFamily="49" charset="0"/>
            </a:endParaRPr>
          </a:p>
        </p:txBody>
      </p:sp>
      <p:sp>
        <p:nvSpPr>
          <p:cNvPr id="52" name="Oval 51">
            <a:extLst>
              <a:ext uri="{FF2B5EF4-FFF2-40B4-BE49-F238E27FC236}">
                <a16:creationId xmlns:a16="http://schemas.microsoft.com/office/drawing/2014/main" id="{7039F039-6F51-76F1-A39F-3CADB4F2C509}"/>
              </a:ext>
            </a:extLst>
          </p:cNvPr>
          <p:cNvSpPr/>
          <p:nvPr/>
        </p:nvSpPr>
        <p:spPr>
          <a:xfrm>
            <a:off x="3180297" y="5495695"/>
            <a:ext cx="216000" cy="21600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031999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6B00701839A694C99426BB45CC69360" ma:contentTypeVersion="11" ma:contentTypeDescription="Create a new document." ma:contentTypeScope="" ma:versionID="d1659c6412ddb937be45051f5b05946a">
  <xsd:schema xmlns:xsd="http://www.w3.org/2001/XMLSchema" xmlns:xs="http://www.w3.org/2001/XMLSchema" xmlns:p="http://schemas.microsoft.com/office/2006/metadata/properties" xmlns:ns3="b60769e2-796d-4bcb-9a3b-3cbc09cb3c87" targetNamespace="http://schemas.microsoft.com/office/2006/metadata/properties" ma:root="true" ma:fieldsID="3e647e19b5ee986f9d15bed10aaf92fb" ns3:_="">
    <xsd:import namespace="b60769e2-796d-4bcb-9a3b-3cbc09cb3c87"/>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ServiceGenerationTime" minOccurs="0"/>
                <xsd:element ref="ns3:MediaServiceEventHashCode" minOccurs="0"/>
                <xsd:element ref="ns3:MediaServiceAutoKeyPoints" minOccurs="0"/>
                <xsd:element ref="ns3:MediaServiceKeyPoints"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0769e2-796d-4bcb-9a3b-3cbc09cb3c8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05B03EB-25A9-4B3C-99F3-21C868E21A6B}">
  <ds:schemaRefs>
    <ds:schemaRef ds:uri="http://schemas.microsoft.com/sharepoint/v3/contenttype/forms"/>
  </ds:schemaRefs>
</ds:datastoreItem>
</file>

<file path=customXml/itemProps2.xml><?xml version="1.0" encoding="utf-8"?>
<ds:datastoreItem xmlns:ds="http://schemas.openxmlformats.org/officeDocument/2006/customXml" ds:itemID="{2ECA17C5-D02C-4687-8344-6503FA2A2B1C}">
  <ds:schemaRefs>
    <ds:schemaRef ds:uri="b60769e2-796d-4bcb-9a3b-3cbc09cb3c8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7E2B291-C34A-49EA-A6D7-8BB04F1119FD}">
  <ds:schemaRefs>
    <ds:schemaRef ds:uri="http://purl.org/dc/dcmitype/"/>
    <ds:schemaRef ds:uri="http://purl.org/dc/elements/1.1/"/>
    <ds:schemaRef ds:uri="http://schemas.openxmlformats.org/package/2006/metadata/core-properties"/>
    <ds:schemaRef ds:uri="http://schemas.microsoft.com/office/2006/metadata/properties"/>
    <ds:schemaRef ds:uri="http://purl.org/dc/terms/"/>
    <ds:schemaRef ds:uri="http://schemas.microsoft.com/office/2006/documentManagement/types"/>
    <ds:schemaRef ds:uri="http://schemas.microsoft.com/office/infopath/2007/PartnerControls"/>
    <ds:schemaRef ds:uri="b60769e2-796d-4bcb-9a3b-3cbc09cb3c87"/>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4204</TotalTime>
  <Words>521</Words>
  <Application>Microsoft Office PowerPoint</Application>
  <PresentationFormat>Widescreen</PresentationFormat>
  <Paragraphs>156</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Arial Narrow</vt:lpstr>
      <vt:lpstr>Calibri</vt:lpstr>
      <vt:lpstr>Calibri Light</vt:lpstr>
      <vt:lpstr>Consolas</vt:lpstr>
      <vt:lpstr>Office Theme</vt:lpstr>
      <vt:lpstr>Entity-Relationship Diagram</vt:lpstr>
      <vt:lpstr>PowerPoint Presentation</vt:lpstr>
      <vt:lpstr>PowerPoint Presentation</vt:lpstr>
      <vt:lpstr>Note</vt:lpstr>
      <vt:lpstr>TBC</vt:lpstr>
      <vt:lpstr>Attributes</vt:lpstr>
      <vt:lpstr>Constructs (with some participation)</vt:lpstr>
      <vt:lpstr>Examples</vt:lpstr>
    </vt:vector>
  </TitlesOfParts>
  <Company>National University of Singapore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Adi Yoga Sidi Prabawa</dc:creator>
  <cp:lastModifiedBy>Brian Hu</cp:lastModifiedBy>
  <cp:revision>8</cp:revision>
  <dcterms:created xsi:type="dcterms:W3CDTF">2022-12-28T02:24:31Z</dcterms:created>
  <dcterms:modified xsi:type="dcterms:W3CDTF">2026-02-09T20:42:42Z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0x01010006B00701839A694C99426BB45CC69360</vt:lpwstr>
  </property>
</Properties>
</file>