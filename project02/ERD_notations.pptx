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07" r:id="rId5"/>
    <p:sldId id="308" r:id="rId6"/>
    <p:sldId id="309" r:id="rId7"/>
    <p:sldId id="311" r:id="rId8"/>
    <p:sldId id="312" r:id="rId9"/>
    <p:sldId id="31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EA1110-3DC4-4052-83AE-01B8D162C3C7}" v="8" dt="2026-02-06T01:06:17.7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82"/>
    <p:restoredTop sz="94699"/>
  </p:normalViewPr>
  <p:slideViewPr>
    <p:cSldViewPr snapToGrid="0">
      <p:cViewPr>
        <p:scale>
          <a:sx n="107" d="100"/>
          <a:sy n="107" d="100"/>
        </p:scale>
        <p:origin x="192" y="2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6/11/relationships/changesInfo" Target="changesInfos/changesInfo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i Yoga Sidi Prabawa" userId="f1e3baeb-2c62-435e-b3e0-3c15bc5852ab" providerId="ADAL" clId="{FD38B8B9-3957-483E-AB6B-CED85A89081F}"/>
    <pc:docChg chg="undo custSel modSld">
      <pc:chgData name="Adi Yoga Sidi Prabawa" userId="f1e3baeb-2c62-435e-b3e0-3c15bc5852ab" providerId="ADAL" clId="{FD38B8B9-3957-483E-AB6B-CED85A89081F}" dt="2026-02-06T01:06:34.876" v="33" actId="1076"/>
      <pc:docMkLst>
        <pc:docMk/>
      </pc:docMkLst>
      <pc:sldChg chg="addSp modSp mod">
        <pc:chgData name="Adi Yoga Sidi Prabawa" userId="f1e3baeb-2c62-435e-b3e0-3c15bc5852ab" providerId="ADAL" clId="{FD38B8B9-3957-483E-AB6B-CED85A89081F}" dt="2026-02-06T01:06:34.876" v="33" actId="1076"/>
        <pc:sldMkLst>
          <pc:docMk/>
          <pc:sldMk cId="2601640204" sldId="308"/>
        </pc:sldMkLst>
        <pc:spChg chg="add mod">
          <ac:chgData name="Adi Yoga Sidi Prabawa" userId="f1e3baeb-2c62-435e-b3e0-3c15bc5852ab" providerId="ADAL" clId="{FD38B8B9-3957-483E-AB6B-CED85A89081F}" dt="2026-02-06T01:06:34.876" v="33" actId="1076"/>
          <ac:spMkLst>
            <pc:docMk/>
            <pc:sldMk cId="2601640204" sldId="308"/>
            <ac:spMk id="4" creationId="{86201808-1F07-4A8C-9140-99DAD11270FB}"/>
          </ac:spMkLst>
        </pc:spChg>
        <pc:spChg chg="add mod">
          <ac:chgData name="Adi Yoga Sidi Prabawa" userId="f1e3baeb-2c62-435e-b3e0-3c15bc5852ab" providerId="ADAL" clId="{FD38B8B9-3957-483E-AB6B-CED85A89081F}" dt="2026-02-06T01:06:34.876" v="33" actId="1076"/>
          <ac:spMkLst>
            <pc:docMk/>
            <pc:sldMk cId="2601640204" sldId="308"/>
            <ac:spMk id="6" creationId="{7EDEE933-8B34-B2B5-3065-A413E35ED999}"/>
          </ac:spMkLst>
        </pc:spChg>
        <pc:spChg chg="mod">
          <ac:chgData name="Adi Yoga Sidi Prabawa" userId="f1e3baeb-2c62-435e-b3e0-3c15bc5852ab" providerId="ADAL" clId="{FD38B8B9-3957-483E-AB6B-CED85A89081F}" dt="2026-02-06T01:06:15.285" v="29" actId="1076"/>
          <ac:spMkLst>
            <pc:docMk/>
            <pc:sldMk cId="2601640204" sldId="308"/>
            <ac:spMk id="19" creationId="{14B97988-0F19-A3DE-7175-3A250DA4A8FF}"/>
          </ac:spMkLst>
        </pc:spChg>
        <pc:spChg chg="mod">
          <ac:chgData name="Adi Yoga Sidi Prabawa" userId="f1e3baeb-2c62-435e-b3e0-3c15bc5852ab" providerId="ADAL" clId="{FD38B8B9-3957-483E-AB6B-CED85A89081F}" dt="2026-02-06T01:06:15.285" v="29" actId="1076"/>
          <ac:spMkLst>
            <pc:docMk/>
            <pc:sldMk cId="2601640204" sldId="308"/>
            <ac:spMk id="28" creationId="{8EEFAA2C-6960-89A6-46D6-0EBDCBB7C176}"/>
          </ac:spMkLst>
        </pc:spChg>
        <pc:cxnChg chg="add mod">
          <ac:chgData name="Adi Yoga Sidi Prabawa" userId="f1e3baeb-2c62-435e-b3e0-3c15bc5852ab" providerId="ADAL" clId="{FD38B8B9-3957-483E-AB6B-CED85A89081F}" dt="2026-02-06T01:06:34.876" v="33" actId="1076"/>
          <ac:cxnSpMkLst>
            <pc:docMk/>
            <pc:sldMk cId="2601640204" sldId="308"/>
            <ac:cxnSpMk id="5" creationId="{856AC72F-C19A-2F72-8D02-05D21031F969}"/>
          </ac:cxnSpMkLst>
        </pc:cxnChg>
        <pc:cxnChg chg="mod">
          <ac:chgData name="Adi Yoga Sidi Prabawa" userId="f1e3baeb-2c62-435e-b3e0-3c15bc5852ab" providerId="ADAL" clId="{FD38B8B9-3957-483E-AB6B-CED85A89081F}" dt="2026-02-06T01:06:15.285" v="29" actId="1076"/>
          <ac:cxnSpMkLst>
            <pc:docMk/>
            <pc:sldMk cId="2601640204" sldId="308"/>
            <ac:cxnSpMk id="23" creationId="{9A749D60-2CCC-A25E-9D14-C21E4DFEFD8F}"/>
          </ac:cxnSpMkLst>
        </pc:cxnChg>
      </pc:sldChg>
      <pc:sldChg chg="modSp mod">
        <pc:chgData name="Adi Yoga Sidi Prabawa" userId="f1e3baeb-2c62-435e-b3e0-3c15bc5852ab" providerId="ADAL" clId="{FD38B8B9-3957-483E-AB6B-CED85A89081F}" dt="2026-02-06T01:05:19.320" v="15" actId="20577"/>
        <pc:sldMkLst>
          <pc:docMk/>
          <pc:sldMk cId="1723023297" sldId="309"/>
        </pc:sldMkLst>
        <pc:spChg chg="mod">
          <ac:chgData name="Adi Yoga Sidi Prabawa" userId="f1e3baeb-2c62-435e-b3e0-3c15bc5852ab" providerId="ADAL" clId="{FD38B8B9-3957-483E-AB6B-CED85A89081F}" dt="2026-02-06T01:05:19.320" v="15" actId="20577"/>
          <ac:spMkLst>
            <pc:docMk/>
            <pc:sldMk cId="1723023297" sldId="309"/>
            <ac:spMk id="9" creationId="{6C020140-A6EF-BB0D-F700-14FEFE04C227}"/>
          </ac:spMkLst>
        </pc:spChg>
        <pc:spChg chg="mod">
          <ac:chgData name="Adi Yoga Sidi Prabawa" userId="f1e3baeb-2c62-435e-b3e0-3c15bc5852ab" providerId="ADAL" clId="{FD38B8B9-3957-483E-AB6B-CED85A89081F}" dt="2026-02-06T01:05:18.890" v="14"/>
          <ac:spMkLst>
            <pc:docMk/>
            <pc:sldMk cId="1723023297" sldId="309"/>
            <ac:spMk id="11" creationId="{7E49E4B1-A9FA-0C91-D942-B7A7BCF32D6E}"/>
          </ac:spMkLst>
        </pc:spChg>
        <pc:spChg chg="mod">
          <ac:chgData name="Adi Yoga Sidi Prabawa" userId="f1e3baeb-2c62-435e-b3e0-3c15bc5852ab" providerId="ADAL" clId="{FD38B8B9-3957-483E-AB6B-CED85A89081F}" dt="2026-02-06T01:05:18.890" v="14"/>
          <ac:spMkLst>
            <pc:docMk/>
            <pc:sldMk cId="1723023297" sldId="309"/>
            <ac:spMk id="12" creationId="{AEF64875-1DD5-A903-0124-03A5770BF691}"/>
          </ac:spMkLst>
        </pc:spChg>
        <pc:grpChg chg="mod">
          <ac:chgData name="Adi Yoga Sidi Prabawa" userId="f1e3baeb-2c62-435e-b3e0-3c15bc5852ab" providerId="ADAL" clId="{FD38B8B9-3957-483E-AB6B-CED85A89081F}" dt="2026-02-06T01:05:18.890" v="14"/>
          <ac:grpSpMkLst>
            <pc:docMk/>
            <pc:sldMk cId="1723023297" sldId="309"/>
            <ac:grpSpMk id="10" creationId="{2F303D39-0E77-3ABA-5B4D-C39AFC83DCE0}"/>
          </ac:grpSpMkLst>
        </pc:grpChg>
      </pc:sldChg>
      <pc:sldChg chg="addSp delSp modSp mod">
        <pc:chgData name="Adi Yoga Sidi Prabawa" userId="f1e3baeb-2c62-435e-b3e0-3c15bc5852ab" providerId="ADAL" clId="{FD38B8B9-3957-483E-AB6B-CED85A89081F}" dt="2026-02-06T01:05:57.559" v="28" actId="207"/>
        <pc:sldMkLst>
          <pc:docMk/>
          <pc:sldMk cId="3103199961" sldId="311"/>
        </pc:sldMkLst>
        <pc:spChg chg="mod">
          <ac:chgData name="Adi Yoga Sidi Prabawa" userId="f1e3baeb-2c62-435e-b3e0-3c15bc5852ab" providerId="ADAL" clId="{FD38B8B9-3957-483E-AB6B-CED85A89081F}" dt="2026-02-06T01:05:25.346" v="21" actId="20577"/>
          <ac:spMkLst>
            <pc:docMk/>
            <pc:sldMk cId="3103199961" sldId="311"/>
            <ac:spMk id="9" creationId="{5D583DCA-B1C0-C1AB-89F4-4607F6E4C60D}"/>
          </ac:spMkLst>
        </pc:spChg>
        <pc:spChg chg="add mod">
          <ac:chgData name="Adi Yoga Sidi Prabawa" userId="f1e3baeb-2c62-435e-b3e0-3c15bc5852ab" providerId="ADAL" clId="{FD38B8B9-3957-483E-AB6B-CED85A89081F}" dt="2026-02-06T01:05:39.891" v="23" actId="571"/>
          <ac:spMkLst>
            <pc:docMk/>
            <pc:sldMk cId="3103199961" sldId="311"/>
            <ac:spMk id="25" creationId="{02483F26-01BE-BA77-CC7A-7DD512BD02EE}"/>
          </ac:spMkLst>
        </pc:spChg>
        <pc:spChg chg="add mod">
          <ac:chgData name="Adi Yoga Sidi Prabawa" userId="f1e3baeb-2c62-435e-b3e0-3c15bc5852ab" providerId="ADAL" clId="{FD38B8B9-3957-483E-AB6B-CED85A89081F}" dt="2026-02-06T01:05:39.891" v="23" actId="571"/>
          <ac:spMkLst>
            <pc:docMk/>
            <pc:sldMk cId="3103199961" sldId="311"/>
            <ac:spMk id="27" creationId="{407941DF-2CF5-8F0A-7492-2452D7DF5124}"/>
          </ac:spMkLst>
        </pc:spChg>
        <pc:spChg chg="add mod">
          <ac:chgData name="Adi Yoga Sidi Prabawa" userId="f1e3baeb-2c62-435e-b3e0-3c15bc5852ab" providerId="ADAL" clId="{FD38B8B9-3957-483E-AB6B-CED85A89081F}" dt="2026-02-06T01:05:39.891" v="23" actId="571"/>
          <ac:spMkLst>
            <pc:docMk/>
            <pc:sldMk cId="3103199961" sldId="311"/>
            <ac:spMk id="41" creationId="{A2053B65-F6CF-032B-3908-9BAA9AF35DFE}"/>
          </ac:spMkLst>
        </pc:spChg>
        <pc:spChg chg="add del mod">
          <ac:chgData name="Adi Yoga Sidi Prabawa" userId="f1e3baeb-2c62-435e-b3e0-3c15bc5852ab" providerId="ADAL" clId="{FD38B8B9-3957-483E-AB6B-CED85A89081F}" dt="2026-02-06T01:05:49.544" v="27" actId="478"/>
          <ac:spMkLst>
            <pc:docMk/>
            <pc:sldMk cId="3103199961" sldId="311"/>
            <ac:spMk id="47" creationId="{0E726C2E-62E3-5528-793B-9C4A4A173216}"/>
          </ac:spMkLst>
        </pc:spChg>
        <pc:spChg chg="add mod">
          <ac:chgData name="Adi Yoga Sidi Prabawa" userId="f1e3baeb-2c62-435e-b3e0-3c15bc5852ab" providerId="ADAL" clId="{FD38B8B9-3957-483E-AB6B-CED85A89081F}" dt="2026-02-06T01:05:44.003" v="24" actId="571"/>
          <ac:spMkLst>
            <pc:docMk/>
            <pc:sldMk cId="3103199961" sldId="311"/>
            <ac:spMk id="51" creationId="{2817A541-CC72-E8BA-048C-20B0B7388B9D}"/>
          </ac:spMkLst>
        </pc:spChg>
        <pc:spChg chg="add mod">
          <ac:chgData name="Adi Yoga Sidi Prabawa" userId="f1e3baeb-2c62-435e-b3e0-3c15bc5852ab" providerId="ADAL" clId="{FD38B8B9-3957-483E-AB6B-CED85A89081F}" dt="2026-02-06T01:05:57.559" v="28" actId="207"/>
          <ac:spMkLst>
            <pc:docMk/>
            <pc:sldMk cId="3103199961" sldId="311"/>
            <ac:spMk id="52" creationId="{7039F039-6F51-76F1-A39F-3CADB4F2C509}"/>
          </ac:spMkLst>
        </pc:spChg>
        <pc:cxnChg chg="add del mod">
          <ac:chgData name="Adi Yoga Sidi Prabawa" userId="f1e3baeb-2c62-435e-b3e0-3c15bc5852ab" providerId="ADAL" clId="{FD38B8B9-3957-483E-AB6B-CED85A89081F}" dt="2026-02-06T01:05:47.156" v="26" actId="478"/>
          <ac:cxnSpMkLst>
            <pc:docMk/>
            <pc:sldMk cId="3103199961" sldId="311"/>
            <ac:cxnSpMk id="50" creationId="{287EF75B-7F06-CB6C-85DC-9AC3B2415CC1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94654-39FD-46F4-8428-317C1866FE39}" type="datetimeFigureOut">
              <a:rPr lang="en-SG" smtClean="0"/>
              <a:t>12/2/26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5C53-6ED3-49D8-842C-738F30F7ABD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734987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94654-39FD-46F4-8428-317C1866FE39}" type="datetimeFigureOut">
              <a:rPr lang="en-SG" smtClean="0"/>
              <a:t>12/2/26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5C53-6ED3-49D8-842C-738F30F7ABD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397547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94654-39FD-46F4-8428-317C1866FE39}" type="datetimeFigureOut">
              <a:rPr lang="en-SG" smtClean="0"/>
              <a:t>12/2/26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5C53-6ED3-49D8-842C-738F30F7ABD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43785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94654-39FD-46F4-8428-317C1866FE39}" type="datetimeFigureOut">
              <a:rPr lang="en-SG" smtClean="0"/>
              <a:t>12/2/26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5C53-6ED3-49D8-842C-738F30F7ABD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96893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94654-39FD-46F4-8428-317C1866FE39}" type="datetimeFigureOut">
              <a:rPr lang="en-SG" smtClean="0"/>
              <a:t>12/2/26</a:t>
            </a:fld>
            <a:endParaRPr lang="en-S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5C53-6ED3-49D8-842C-738F30F7ABD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74526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94654-39FD-46F4-8428-317C1866FE39}" type="datetimeFigureOut">
              <a:rPr lang="en-SG" smtClean="0"/>
              <a:t>12/2/26</a:t>
            </a:fld>
            <a:endParaRPr lang="en-S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5C53-6ED3-49D8-842C-738F30F7ABD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235449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94654-39FD-46F4-8428-317C1866FE39}" type="datetimeFigureOut">
              <a:rPr lang="en-SG" smtClean="0"/>
              <a:t>12/2/26</a:t>
            </a:fld>
            <a:endParaRPr lang="en-S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5C53-6ED3-49D8-842C-738F30F7ABD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2679362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94654-39FD-46F4-8428-317C1866FE39}" type="datetimeFigureOut">
              <a:rPr lang="en-SG" smtClean="0"/>
              <a:t>12/2/26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5C53-6ED3-49D8-842C-738F30F7ABD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14445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94654-39FD-46F4-8428-317C1866FE39}" type="datetimeFigureOut">
              <a:rPr lang="en-SG" smtClean="0"/>
              <a:t>12/2/26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5C53-6ED3-49D8-842C-738F30F7ABD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82239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94654-39FD-46F4-8428-317C1866FE39}" type="datetimeFigureOut">
              <a:rPr lang="en-SG" smtClean="0"/>
              <a:t>12/2/26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5C53-6ED3-49D8-842C-738F30F7ABD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631755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94654-39FD-46F4-8428-317C1866FE39}" type="datetimeFigureOut">
              <a:rPr lang="en-SG" smtClean="0"/>
              <a:t>12/2/26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5C53-6ED3-49D8-842C-738F30F7ABD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687027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794654-39FD-46F4-8428-317C1866FE39}" type="datetimeFigureOut">
              <a:rPr lang="en-SG" smtClean="0"/>
              <a:t>12/2/26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F65C53-6ED3-49D8-842C-738F30F7ABD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3493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C3F18-6647-D22F-0F4C-02AE1EE777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Entity-Relationship Diagram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B73910-7823-3F9E-81BE-B79C3F5D74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Copy-and-paste the component you need</a:t>
            </a:r>
          </a:p>
        </p:txBody>
      </p:sp>
    </p:spTree>
    <p:extLst>
      <p:ext uri="{BB962C8B-B14F-4D97-AF65-F5344CB8AC3E}">
        <p14:creationId xmlns:p14="http://schemas.microsoft.com/office/powerpoint/2010/main" val="337913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D5205-0E24-1D9E-2DC0-35BF3447D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Attributes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9656BF-E18D-9089-B630-2A71CDDEFD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3240000" cy="823912"/>
          </a:xfrm>
          <a:ln>
            <a:noFill/>
          </a:ln>
        </p:spPr>
        <p:txBody>
          <a:bodyPr/>
          <a:lstStyle/>
          <a:p>
            <a:r>
              <a:rPr lang="en-GB" dirty="0"/>
              <a:t>Normal Attributes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34188CBE-AABD-6C05-C5DD-1CBD19C801D1}"/>
              </a:ext>
            </a:extLst>
          </p:cNvPr>
          <p:cNvSpPr txBox="1">
            <a:spLocks/>
          </p:cNvSpPr>
          <p:nvPr/>
        </p:nvSpPr>
        <p:spPr>
          <a:xfrm>
            <a:off x="8112212" y="1681163"/>
            <a:ext cx="3240000" cy="8239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Key Attributes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9EAFF887-3306-4406-4CB0-4E9FDBCF9CF1}"/>
              </a:ext>
            </a:extLst>
          </p:cNvPr>
          <p:cNvSpPr txBox="1">
            <a:spLocks/>
          </p:cNvSpPr>
          <p:nvPr/>
        </p:nvSpPr>
        <p:spPr>
          <a:xfrm>
            <a:off x="8112212" y="2505075"/>
            <a:ext cx="3240000" cy="368458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dirty="0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04395579-56D4-9909-69BE-76B72B17FA5A}"/>
              </a:ext>
            </a:extLst>
          </p:cNvPr>
          <p:cNvSpPr txBox="1">
            <a:spLocks/>
          </p:cNvSpPr>
          <p:nvPr/>
        </p:nvSpPr>
        <p:spPr>
          <a:xfrm>
            <a:off x="4476000" y="1681163"/>
            <a:ext cx="3240000" cy="8239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Derived Attributes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7EB03C32-38F4-B919-71C6-9314642AC996}"/>
              </a:ext>
            </a:extLst>
          </p:cNvPr>
          <p:cNvSpPr txBox="1">
            <a:spLocks/>
          </p:cNvSpPr>
          <p:nvPr/>
        </p:nvSpPr>
        <p:spPr>
          <a:xfrm>
            <a:off x="4476000" y="2505075"/>
            <a:ext cx="3240000" cy="368458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4B97988-0F19-A3DE-7175-3A250DA4A8FF}"/>
              </a:ext>
            </a:extLst>
          </p:cNvPr>
          <p:cNvSpPr/>
          <p:nvPr/>
        </p:nvSpPr>
        <p:spPr>
          <a:xfrm>
            <a:off x="1471764" y="4996837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A749D60-2CCC-A25E-9D14-C21E4DFEFD8F}"/>
              </a:ext>
            </a:extLst>
          </p:cNvPr>
          <p:cNvCxnSpPr>
            <a:cxnSpLocks/>
          </p:cNvCxnSpPr>
          <p:nvPr/>
        </p:nvCxnSpPr>
        <p:spPr>
          <a:xfrm flipV="1">
            <a:off x="1579764" y="3736837"/>
            <a:ext cx="0" cy="1260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4A063362-BFF4-97E5-8F2A-4BFDA86268E5}"/>
              </a:ext>
            </a:extLst>
          </p:cNvPr>
          <p:cNvSpPr txBox="1">
            <a:spLocks/>
          </p:cNvSpPr>
          <p:nvPr/>
        </p:nvSpPr>
        <p:spPr>
          <a:xfrm>
            <a:off x="839788" y="2505075"/>
            <a:ext cx="3240000" cy="368458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EFAA2C-6960-89A6-46D6-0EBDCBB7C176}"/>
              </a:ext>
            </a:extLst>
          </p:cNvPr>
          <p:cNvSpPr/>
          <p:nvPr/>
        </p:nvSpPr>
        <p:spPr>
          <a:xfrm>
            <a:off x="949764" y="5269250"/>
            <a:ext cx="1260000" cy="43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attribute name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C1C87EF0-8E6C-8FB0-8F05-87161A390E83}"/>
              </a:ext>
            </a:extLst>
          </p:cNvPr>
          <p:cNvSpPr/>
          <p:nvPr/>
        </p:nvSpPr>
        <p:spPr>
          <a:xfrm>
            <a:off x="5988000" y="4996837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C25C6AA-4C8E-A531-5A3F-04ACE7B8EB5B}"/>
              </a:ext>
            </a:extLst>
          </p:cNvPr>
          <p:cNvCxnSpPr>
            <a:cxnSpLocks/>
          </p:cNvCxnSpPr>
          <p:nvPr/>
        </p:nvCxnSpPr>
        <p:spPr>
          <a:xfrm flipV="1">
            <a:off x="6096000" y="3736837"/>
            <a:ext cx="0" cy="126000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3C87A0F-1500-FCC9-1BE6-50752E8EEC10}"/>
              </a:ext>
            </a:extLst>
          </p:cNvPr>
          <p:cNvSpPr/>
          <p:nvPr/>
        </p:nvSpPr>
        <p:spPr>
          <a:xfrm>
            <a:off x="5466000" y="5269250"/>
            <a:ext cx="1260000" cy="43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attribute name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C2D56A8E-9AC6-1658-0A58-33BE94C0F88B}"/>
              </a:ext>
            </a:extLst>
          </p:cNvPr>
          <p:cNvSpPr/>
          <p:nvPr/>
        </p:nvSpPr>
        <p:spPr>
          <a:xfrm>
            <a:off x="8634212" y="3821113"/>
            <a:ext cx="216000" cy="216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016029E-9FCC-B275-0B15-6942992C4993}"/>
              </a:ext>
            </a:extLst>
          </p:cNvPr>
          <p:cNvCxnSpPr>
            <a:cxnSpLocks/>
          </p:cNvCxnSpPr>
          <p:nvPr/>
        </p:nvCxnSpPr>
        <p:spPr>
          <a:xfrm flipV="1">
            <a:off x="8742212" y="2561113"/>
            <a:ext cx="0" cy="1260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B559B9BF-2753-368A-5ED1-E535B0E47CEA}"/>
              </a:ext>
            </a:extLst>
          </p:cNvPr>
          <p:cNvSpPr/>
          <p:nvPr/>
        </p:nvSpPr>
        <p:spPr>
          <a:xfrm>
            <a:off x="8112212" y="4093526"/>
            <a:ext cx="1260000" cy="432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attribute name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577B9ADC-F6F1-6757-F742-6C2A2BBB1F20}"/>
              </a:ext>
            </a:extLst>
          </p:cNvPr>
          <p:cNvSpPr/>
          <p:nvPr/>
        </p:nvSpPr>
        <p:spPr>
          <a:xfrm>
            <a:off x="10614212" y="5485250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98A8A79-0FF3-07D1-4F96-66B29F12FF27}"/>
              </a:ext>
            </a:extLst>
          </p:cNvPr>
          <p:cNvCxnSpPr>
            <a:cxnSpLocks/>
          </p:cNvCxnSpPr>
          <p:nvPr/>
        </p:nvCxnSpPr>
        <p:spPr>
          <a:xfrm flipV="1">
            <a:off x="10722212" y="4225250"/>
            <a:ext cx="0" cy="1260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CED7B07E-9356-1E8F-B034-8DD4C9356EC4}"/>
              </a:ext>
            </a:extLst>
          </p:cNvPr>
          <p:cNvSpPr/>
          <p:nvPr/>
        </p:nvSpPr>
        <p:spPr>
          <a:xfrm>
            <a:off x="10092212" y="5757663"/>
            <a:ext cx="1260000" cy="432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attribute name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AC5A178F-97BF-5CF7-B198-C1DC344B88C3}"/>
              </a:ext>
            </a:extLst>
          </p:cNvPr>
          <p:cNvSpPr/>
          <p:nvPr/>
        </p:nvSpPr>
        <p:spPr>
          <a:xfrm>
            <a:off x="10614212" y="4850250"/>
            <a:ext cx="216000" cy="216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2CA3CF33-5329-96BF-1797-2F2A4EC98435}"/>
              </a:ext>
            </a:extLst>
          </p:cNvPr>
          <p:cNvSpPr/>
          <p:nvPr/>
        </p:nvSpPr>
        <p:spPr>
          <a:xfrm>
            <a:off x="9476145" y="5485250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E1CD6BF-4299-1D22-C67E-37B5BBF51A1F}"/>
              </a:ext>
            </a:extLst>
          </p:cNvPr>
          <p:cNvCxnSpPr>
            <a:cxnSpLocks/>
          </p:cNvCxnSpPr>
          <p:nvPr/>
        </p:nvCxnSpPr>
        <p:spPr>
          <a:xfrm flipV="1">
            <a:off x="9584145" y="4225250"/>
            <a:ext cx="0" cy="1260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B6FD8750-758D-18A6-F42C-264DC3C03224}"/>
              </a:ext>
            </a:extLst>
          </p:cNvPr>
          <p:cNvSpPr/>
          <p:nvPr/>
        </p:nvSpPr>
        <p:spPr>
          <a:xfrm>
            <a:off x="8954145" y="5757663"/>
            <a:ext cx="1260000" cy="432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attribute name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3E8C35DF-60F3-C374-B994-3D625A7ECABB}"/>
              </a:ext>
            </a:extLst>
          </p:cNvPr>
          <p:cNvSpPr/>
          <p:nvPr/>
        </p:nvSpPr>
        <p:spPr>
          <a:xfrm>
            <a:off x="9476145" y="4850250"/>
            <a:ext cx="216000" cy="216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2380521-959E-D233-5FEC-69700125CCDC}"/>
              </a:ext>
            </a:extLst>
          </p:cNvPr>
          <p:cNvCxnSpPr>
            <a:stCxn id="42" idx="6"/>
            <a:endCxn id="38" idx="2"/>
          </p:cNvCxnSpPr>
          <p:nvPr/>
        </p:nvCxnSpPr>
        <p:spPr>
          <a:xfrm>
            <a:off x="9692145" y="4958250"/>
            <a:ext cx="92206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86201808-1F07-4A8C-9140-99DAD11270FB}"/>
              </a:ext>
            </a:extLst>
          </p:cNvPr>
          <p:cNvSpPr/>
          <p:nvPr/>
        </p:nvSpPr>
        <p:spPr>
          <a:xfrm>
            <a:off x="3036776" y="4059000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56AC72F-C19A-2F72-8D02-05D21031F969}"/>
              </a:ext>
            </a:extLst>
          </p:cNvPr>
          <p:cNvCxnSpPr>
            <a:cxnSpLocks/>
          </p:cNvCxnSpPr>
          <p:nvPr/>
        </p:nvCxnSpPr>
        <p:spPr>
          <a:xfrm flipV="1">
            <a:off x="3144776" y="2799000"/>
            <a:ext cx="0" cy="1260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7EDEE933-8B34-B2B5-3065-A413E35ED999}"/>
              </a:ext>
            </a:extLst>
          </p:cNvPr>
          <p:cNvSpPr/>
          <p:nvPr/>
        </p:nvSpPr>
        <p:spPr>
          <a:xfrm rot="17100000">
            <a:off x="2514776" y="4723439"/>
            <a:ext cx="1260000" cy="43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attribute name</a:t>
            </a:r>
          </a:p>
        </p:txBody>
      </p:sp>
    </p:spTree>
    <p:extLst>
      <p:ext uri="{BB962C8B-B14F-4D97-AF65-F5344CB8AC3E}">
        <p14:creationId xmlns:p14="http://schemas.microsoft.com/office/powerpoint/2010/main" val="2601640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288C7-9C7C-9D6F-126B-57E0CE946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25E58-560F-04B2-E780-91BF27B13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Constructs (with some participation)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6F971E-FD61-F66D-409B-B276AAA9D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3240000" cy="823912"/>
          </a:xfrm>
          <a:ln>
            <a:noFill/>
          </a:ln>
        </p:spPr>
        <p:txBody>
          <a:bodyPr/>
          <a:lstStyle/>
          <a:p>
            <a:r>
              <a:rPr lang="en-GB" dirty="0"/>
              <a:t>Entity Sets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4E8CBBF-741B-060C-5C9A-A39B30C88849}"/>
              </a:ext>
            </a:extLst>
          </p:cNvPr>
          <p:cNvSpPr txBox="1">
            <a:spLocks/>
          </p:cNvSpPr>
          <p:nvPr/>
        </p:nvSpPr>
        <p:spPr>
          <a:xfrm>
            <a:off x="8112212" y="1681163"/>
            <a:ext cx="3240000" cy="8239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Aggregates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B7E9FCF8-FAF9-53D8-1D84-C0A3ED1582E8}"/>
              </a:ext>
            </a:extLst>
          </p:cNvPr>
          <p:cNvSpPr txBox="1">
            <a:spLocks/>
          </p:cNvSpPr>
          <p:nvPr/>
        </p:nvSpPr>
        <p:spPr>
          <a:xfrm>
            <a:off x="8112212" y="2505075"/>
            <a:ext cx="3240000" cy="368458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dirty="0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558D6E2-58F3-56FC-0140-81B027BF8317}"/>
              </a:ext>
            </a:extLst>
          </p:cNvPr>
          <p:cNvSpPr txBox="1">
            <a:spLocks/>
          </p:cNvSpPr>
          <p:nvPr/>
        </p:nvSpPr>
        <p:spPr>
          <a:xfrm>
            <a:off x="4476000" y="1681163"/>
            <a:ext cx="3240000" cy="8239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Relationship Sets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7148DC4F-4852-A37E-21F6-957D9F502E36}"/>
              </a:ext>
            </a:extLst>
          </p:cNvPr>
          <p:cNvSpPr txBox="1">
            <a:spLocks/>
          </p:cNvSpPr>
          <p:nvPr/>
        </p:nvSpPr>
        <p:spPr>
          <a:xfrm>
            <a:off x="4476000" y="2505075"/>
            <a:ext cx="3240000" cy="368458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dirty="0"/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DCA6B735-9D1B-B518-0F6E-5A174DB067E8}"/>
              </a:ext>
            </a:extLst>
          </p:cNvPr>
          <p:cNvSpPr txBox="1">
            <a:spLocks/>
          </p:cNvSpPr>
          <p:nvPr/>
        </p:nvSpPr>
        <p:spPr>
          <a:xfrm>
            <a:off x="839788" y="2505075"/>
            <a:ext cx="3240000" cy="368458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844CC9D-50D4-1A6E-F469-ABDE84E74592}"/>
              </a:ext>
            </a:extLst>
          </p:cNvPr>
          <p:cNvGrpSpPr/>
          <p:nvPr/>
        </p:nvGrpSpPr>
        <p:grpSpPr>
          <a:xfrm>
            <a:off x="1829788" y="3897369"/>
            <a:ext cx="1260000" cy="900000"/>
            <a:chOff x="3074504" y="1020417"/>
            <a:chExt cx="1260000" cy="46799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5EB24EA-ABEF-F944-AE52-229664F88593}"/>
                </a:ext>
              </a:extLst>
            </p:cNvPr>
            <p:cNvSpPr/>
            <p:nvPr/>
          </p:nvSpPr>
          <p:spPr>
            <a:xfrm>
              <a:off x="3074504" y="1020417"/>
              <a:ext cx="1260000" cy="467999"/>
            </a:xfrm>
            <a:prstGeom prst="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dirty="0">
                <a:latin typeface="Arial Narrow" panose="020B06060202020302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D946B5B-B10E-5E23-B460-4D3720A232C6}"/>
                </a:ext>
              </a:extLst>
            </p:cNvPr>
            <p:cNvSpPr txBox="1"/>
            <p:nvPr/>
          </p:nvSpPr>
          <p:spPr>
            <a:xfrm>
              <a:off x="3275567" y="1086987"/>
              <a:ext cx="857927" cy="304082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SG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Entity</a:t>
              </a:r>
            </a:p>
            <a:p>
              <a:pPr algn="ctr"/>
              <a:r>
                <a:rPr lang="en-SG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Set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E351CE8-697C-BB2F-9835-20A152F02FC6}"/>
              </a:ext>
            </a:extLst>
          </p:cNvPr>
          <p:cNvGrpSpPr/>
          <p:nvPr/>
        </p:nvGrpSpPr>
        <p:grpSpPr>
          <a:xfrm>
            <a:off x="5196000" y="3897369"/>
            <a:ext cx="1800000" cy="900000"/>
            <a:chOff x="3074504" y="1020417"/>
            <a:chExt cx="1260000" cy="468000"/>
          </a:xfrm>
        </p:grpSpPr>
        <p:sp>
          <p:nvSpPr>
            <p:cNvPr id="8" name="Diamond 7">
              <a:extLst>
                <a:ext uri="{FF2B5EF4-FFF2-40B4-BE49-F238E27FC236}">
                  <a16:creationId xmlns:a16="http://schemas.microsoft.com/office/drawing/2014/main" id="{695F418B-8F4E-94B1-A9D2-A1AC026DB046}"/>
                </a:ext>
              </a:extLst>
            </p:cNvPr>
            <p:cNvSpPr/>
            <p:nvPr/>
          </p:nvSpPr>
          <p:spPr>
            <a:xfrm>
              <a:off x="3074504" y="1020417"/>
              <a:ext cx="1260000" cy="468000"/>
            </a:xfrm>
            <a:prstGeom prst="diamond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sz="1600">
                <a:latin typeface="Arial Narrow" panose="020B0606020202030204" pitchFamily="34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C020140-A6EF-BB0D-F700-14FEFE04C227}"/>
                </a:ext>
              </a:extLst>
            </p:cNvPr>
            <p:cNvSpPr txBox="1"/>
            <p:nvPr/>
          </p:nvSpPr>
          <p:spPr>
            <a:xfrm>
              <a:off x="3168606" y="1163645"/>
              <a:ext cx="1071832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Relationship</a:t>
              </a:r>
              <a:endParaRPr lang="en-SG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F303D39-0E77-3ABA-5B4D-C39AFC83DCE0}"/>
              </a:ext>
            </a:extLst>
          </p:cNvPr>
          <p:cNvGrpSpPr/>
          <p:nvPr/>
        </p:nvGrpSpPr>
        <p:grpSpPr>
          <a:xfrm>
            <a:off x="8832212" y="3897369"/>
            <a:ext cx="1800000" cy="900000"/>
            <a:chOff x="3074504" y="1020417"/>
            <a:chExt cx="1260000" cy="468000"/>
          </a:xfrm>
        </p:grpSpPr>
        <p:sp>
          <p:nvSpPr>
            <p:cNvPr id="11" name="Diamond 10">
              <a:extLst>
                <a:ext uri="{FF2B5EF4-FFF2-40B4-BE49-F238E27FC236}">
                  <a16:creationId xmlns:a16="http://schemas.microsoft.com/office/drawing/2014/main" id="{7E49E4B1-A9FA-0C91-D942-B7A7BCF32D6E}"/>
                </a:ext>
              </a:extLst>
            </p:cNvPr>
            <p:cNvSpPr/>
            <p:nvPr/>
          </p:nvSpPr>
          <p:spPr>
            <a:xfrm>
              <a:off x="3074504" y="1020417"/>
              <a:ext cx="1260000" cy="468000"/>
            </a:xfrm>
            <a:prstGeom prst="diamond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sz="1600">
                <a:latin typeface="Arial Narrow" panose="020B060602020203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EF64875-1DD5-A903-0124-03A5770BF691}"/>
                </a:ext>
              </a:extLst>
            </p:cNvPr>
            <p:cNvSpPr txBox="1"/>
            <p:nvPr/>
          </p:nvSpPr>
          <p:spPr>
            <a:xfrm>
              <a:off x="3168606" y="1163645"/>
              <a:ext cx="1071832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Relationship</a:t>
              </a:r>
              <a:endParaRPr lang="en-SG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7C29ED8E-0A9E-09DA-5424-78C19796F45B}"/>
              </a:ext>
            </a:extLst>
          </p:cNvPr>
          <p:cNvSpPr/>
          <p:nvPr/>
        </p:nvSpPr>
        <p:spPr>
          <a:xfrm>
            <a:off x="8724212" y="3789369"/>
            <a:ext cx="2016000" cy="1116000"/>
          </a:xfrm>
          <a:prstGeom prst="rect">
            <a:avLst/>
          </a:prstGeom>
          <a:noFill/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 dirty="0">
              <a:latin typeface="Arial Narrow" panose="020B060602020203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F7C1446-09D0-AA74-6269-EBD5AFD94845}"/>
              </a:ext>
            </a:extLst>
          </p:cNvPr>
          <p:cNvCxnSpPr>
            <a:cxnSpLocks/>
            <a:endCxn id="5" idx="3"/>
          </p:cNvCxnSpPr>
          <p:nvPr/>
        </p:nvCxnSpPr>
        <p:spPr>
          <a:xfrm flipH="1">
            <a:off x="3089788" y="4347369"/>
            <a:ext cx="540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9CF1FE8-1FD2-55F4-9CC5-4A5442886F01}"/>
              </a:ext>
            </a:extLst>
          </p:cNvPr>
          <p:cNvCxnSpPr>
            <a:cxnSpLocks/>
          </p:cNvCxnSpPr>
          <p:nvPr/>
        </p:nvCxnSpPr>
        <p:spPr>
          <a:xfrm flipH="1">
            <a:off x="6996000" y="4347369"/>
            <a:ext cx="540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365E50A-7279-C723-A7FF-B596E79619F5}"/>
              </a:ext>
            </a:extLst>
          </p:cNvPr>
          <p:cNvCxnSpPr>
            <a:cxnSpLocks/>
          </p:cNvCxnSpPr>
          <p:nvPr/>
        </p:nvCxnSpPr>
        <p:spPr>
          <a:xfrm flipH="1">
            <a:off x="4656000" y="4347369"/>
            <a:ext cx="540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353C309-DE8B-081C-290F-C7D807F68960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6096000" y="4797369"/>
            <a:ext cx="0" cy="540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2261134-1E36-B5EE-429A-31B050518065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9732212" y="4905369"/>
            <a:ext cx="0" cy="540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4D95E35-7B5E-DFD3-00D8-A862252FFFE6}"/>
              </a:ext>
            </a:extLst>
          </p:cNvPr>
          <p:cNvCxnSpPr>
            <a:cxnSpLocks/>
          </p:cNvCxnSpPr>
          <p:nvPr/>
        </p:nvCxnSpPr>
        <p:spPr>
          <a:xfrm flipH="1">
            <a:off x="10632212" y="4347369"/>
            <a:ext cx="540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A75D7306-1A4C-78B4-CB11-DAA54F53A6E5}"/>
              </a:ext>
            </a:extLst>
          </p:cNvPr>
          <p:cNvCxnSpPr>
            <a:cxnSpLocks/>
          </p:cNvCxnSpPr>
          <p:nvPr/>
        </p:nvCxnSpPr>
        <p:spPr>
          <a:xfrm flipH="1">
            <a:off x="8292212" y="4347369"/>
            <a:ext cx="540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63EA8D4-198D-5552-006D-2AAA6EDF4562}"/>
              </a:ext>
            </a:extLst>
          </p:cNvPr>
          <p:cNvSpPr txBox="1"/>
          <p:nvPr/>
        </p:nvSpPr>
        <p:spPr>
          <a:xfrm>
            <a:off x="3088347" y="4003530"/>
            <a:ext cx="745718" cy="33855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SG" sz="1600" dirty="0">
                <a:latin typeface="Consolas" panose="020B0609020204030204" pitchFamily="49" charset="0"/>
                <a:cs typeface="Consolas" panose="020B0609020204030204" pitchFamily="49" charset="0"/>
              </a:rPr>
              <a:t>(0,n)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021145D-5B08-0EED-04DB-1938D5FECECD}"/>
              </a:ext>
            </a:extLst>
          </p:cNvPr>
          <p:cNvSpPr txBox="1"/>
          <p:nvPr/>
        </p:nvSpPr>
        <p:spPr>
          <a:xfrm>
            <a:off x="9732212" y="4905369"/>
            <a:ext cx="745717" cy="33855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SG" sz="1600" dirty="0">
                <a:latin typeface="Consolas" panose="020B0609020204030204" pitchFamily="49" charset="0"/>
                <a:cs typeface="Consolas" panose="020B0609020204030204" pitchFamily="49" charset="0"/>
              </a:rPr>
              <a:t>(1,1)</a:t>
            </a:r>
          </a:p>
        </p:txBody>
      </p:sp>
    </p:spTree>
    <p:extLst>
      <p:ext uri="{BB962C8B-B14F-4D97-AF65-F5344CB8AC3E}">
        <p14:creationId xmlns:p14="http://schemas.microsoft.com/office/powerpoint/2010/main" val="1723023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02344-DC4D-731C-DB3A-EB351560F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B9F7E7-D999-4BC9-BAEA-3CF8992BAB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Weak Entity Set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45DABC-254F-221D-C732-1B924FA363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Multiple Candidate Keys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B61480E-A4BD-9067-38CD-A0DB349294AB}"/>
              </a:ext>
            </a:extLst>
          </p:cNvPr>
          <p:cNvGrpSpPr/>
          <p:nvPr/>
        </p:nvGrpSpPr>
        <p:grpSpPr>
          <a:xfrm>
            <a:off x="1289788" y="2632982"/>
            <a:ext cx="1260000" cy="900000"/>
            <a:chOff x="3074504" y="1020417"/>
            <a:chExt cx="1260000" cy="46799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FFD3938-B841-E5DF-498D-691F00C427D9}"/>
                </a:ext>
              </a:extLst>
            </p:cNvPr>
            <p:cNvSpPr/>
            <p:nvPr/>
          </p:nvSpPr>
          <p:spPr>
            <a:xfrm>
              <a:off x="3074504" y="1020417"/>
              <a:ext cx="1260000" cy="467999"/>
            </a:xfrm>
            <a:prstGeom prst="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dirty="0">
                <a:latin typeface="Arial Narrow" panose="020B0606020202030204" pitchFamily="34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D583DCA-B1C0-C1AB-89F4-4607F6E4C60D}"/>
                </a:ext>
              </a:extLst>
            </p:cNvPr>
            <p:cNvSpPr txBox="1"/>
            <p:nvPr/>
          </p:nvSpPr>
          <p:spPr>
            <a:xfrm>
              <a:off x="3387777" y="1151004"/>
              <a:ext cx="633508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SG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Weak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DC70511-6F17-11A9-1AF0-2F6C994B7AE9}"/>
              </a:ext>
            </a:extLst>
          </p:cNvPr>
          <p:cNvGrpSpPr/>
          <p:nvPr/>
        </p:nvGrpSpPr>
        <p:grpSpPr>
          <a:xfrm>
            <a:off x="1019788" y="3897369"/>
            <a:ext cx="1800000" cy="900000"/>
            <a:chOff x="3074504" y="1020417"/>
            <a:chExt cx="1260000" cy="468000"/>
          </a:xfrm>
        </p:grpSpPr>
        <p:sp>
          <p:nvSpPr>
            <p:cNvPr id="11" name="Diamond 10">
              <a:extLst>
                <a:ext uri="{FF2B5EF4-FFF2-40B4-BE49-F238E27FC236}">
                  <a16:creationId xmlns:a16="http://schemas.microsoft.com/office/drawing/2014/main" id="{34BC40A5-A8AD-0684-10A9-EE8C61C23F5C}"/>
                </a:ext>
              </a:extLst>
            </p:cNvPr>
            <p:cNvSpPr/>
            <p:nvPr/>
          </p:nvSpPr>
          <p:spPr>
            <a:xfrm>
              <a:off x="3074504" y="1020417"/>
              <a:ext cx="1260000" cy="468000"/>
            </a:xfrm>
            <a:prstGeom prst="diamond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sz="1600">
                <a:latin typeface="Arial Narrow" panose="020B060602020203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1EA9331-4785-B54F-5F52-6CBA5EFADDCF}"/>
                </a:ext>
              </a:extLst>
            </p:cNvPr>
            <p:cNvSpPr txBox="1"/>
            <p:nvPr/>
          </p:nvSpPr>
          <p:spPr>
            <a:xfrm>
              <a:off x="3207883" y="1163645"/>
              <a:ext cx="993285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Identifying</a:t>
              </a:r>
              <a:endParaRPr lang="en-SG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CA836EC-2FED-7A90-62F4-5109A2F57546}"/>
              </a:ext>
            </a:extLst>
          </p:cNvPr>
          <p:cNvGrpSpPr/>
          <p:nvPr/>
        </p:nvGrpSpPr>
        <p:grpSpPr>
          <a:xfrm>
            <a:off x="1289788" y="5136537"/>
            <a:ext cx="1260000" cy="900000"/>
            <a:chOff x="3074504" y="1020417"/>
            <a:chExt cx="1260000" cy="46799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550C104-15C2-F74E-BD42-31D650F167D3}"/>
                </a:ext>
              </a:extLst>
            </p:cNvPr>
            <p:cNvSpPr/>
            <p:nvPr/>
          </p:nvSpPr>
          <p:spPr>
            <a:xfrm>
              <a:off x="3074504" y="1020417"/>
              <a:ext cx="1260000" cy="467999"/>
            </a:xfrm>
            <a:prstGeom prst="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dirty="0">
                <a:latin typeface="Arial Narrow" panose="020B060602020203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2CB249F-2EB4-5ED0-F521-92B93AD2DBE1}"/>
                </a:ext>
              </a:extLst>
            </p:cNvPr>
            <p:cNvSpPr txBox="1"/>
            <p:nvPr/>
          </p:nvSpPr>
          <p:spPr>
            <a:xfrm>
              <a:off x="3163359" y="1151004"/>
              <a:ext cx="1082348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SG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Dominant</a:t>
              </a:r>
            </a:p>
          </p:txBody>
        </p:sp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A48C3D9-4654-2A8E-09F4-5BEC70D430A5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>
            <a:off x="1919788" y="3532982"/>
            <a:ext cx="0" cy="3643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8A3E7AD-D3E8-219E-2489-B9510FBA6D24}"/>
              </a:ext>
            </a:extLst>
          </p:cNvPr>
          <p:cNvSpPr txBox="1"/>
          <p:nvPr/>
        </p:nvSpPr>
        <p:spPr>
          <a:xfrm>
            <a:off x="1919788" y="3533596"/>
            <a:ext cx="745717" cy="33855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SG" sz="1600" dirty="0">
                <a:latin typeface="Consolas" panose="020B0609020204030204" pitchFamily="49" charset="0"/>
                <a:cs typeface="Consolas" panose="020B0609020204030204" pitchFamily="49" charset="0"/>
              </a:rPr>
              <a:t>(1,1)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5E708B8-DB31-013E-636C-CA34711A91B5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>
            <a:off x="1919788" y="4797369"/>
            <a:ext cx="0" cy="33916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5C4A61E7-54B0-0286-488A-9A074F129275}"/>
              </a:ext>
            </a:extLst>
          </p:cNvPr>
          <p:cNvSpPr/>
          <p:nvPr/>
        </p:nvSpPr>
        <p:spPr>
          <a:xfrm>
            <a:off x="2783788" y="2974982"/>
            <a:ext cx="216000" cy="216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344B112-660A-66B2-01FA-561DF00D6175}"/>
              </a:ext>
            </a:extLst>
          </p:cNvPr>
          <p:cNvCxnSpPr>
            <a:cxnSpLocks/>
            <a:stCxn id="22" idx="2"/>
            <a:endCxn id="8" idx="3"/>
          </p:cNvCxnSpPr>
          <p:nvPr/>
        </p:nvCxnSpPr>
        <p:spPr>
          <a:xfrm flipH="1">
            <a:off x="2549788" y="3082982"/>
            <a:ext cx="63050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661333D8-E5EB-88DC-2151-91BD24934556}"/>
              </a:ext>
            </a:extLst>
          </p:cNvPr>
          <p:cNvSpPr/>
          <p:nvPr/>
        </p:nvSpPr>
        <p:spPr>
          <a:xfrm>
            <a:off x="3396000" y="2866982"/>
            <a:ext cx="648000" cy="432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attr</a:t>
            </a:r>
            <a:endParaRPr lang="en-GB" sz="16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4353655-23BF-A2B3-6F7E-DA49B4883DAD}"/>
              </a:ext>
            </a:extLst>
          </p:cNvPr>
          <p:cNvSpPr/>
          <p:nvPr/>
        </p:nvSpPr>
        <p:spPr>
          <a:xfrm>
            <a:off x="3180297" y="2974982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E4D6625-9DB2-CEBA-5B66-EFB675F04928}"/>
              </a:ext>
            </a:extLst>
          </p:cNvPr>
          <p:cNvSpPr/>
          <p:nvPr/>
        </p:nvSpPr>
        <p:spPr>
          <a:xfrm>
            <a:off x="1811788" y="4859378"/>
            <a:ext cx="216000" cy="216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Straight Connector 57">
            <a:extLst>
              <a:ext uri="{FF2B5EF4-FFF2-40B4-BE49-F238E27FC236}">
                <a16:creationId xmlns:a16="http://schemas.microsoft.com/office/drawing/2014/main" id="{E66EB5D4-EB1F-A0F9-999C-9234CAD523AA}"/>
              </a:ext>
            </a:extLst>
          </p:cNvPr>
          <p:cNvCxnSpPr>
            <a:cxnSpLocks/>
            <a:stCxn id="23" idx="6"/>
            <a:endCxn id="19" idx="4"/>
          </p:cNvCxnSpPr>
          <p:nvPr/>
        </p:nvCxnSpPr>
        <p:spPr>
          <a:xfrm flipV="1">
            <a:off x="2027788" y="3190982"/>
            <a:ext cx="864000" cy="1776396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B5070179-1252-6A23-7A93-C32A31134F96}"/>
              </a:ext>
            </a:extLst>
          </p:cNvPr>
          <p:cNvSpPr txBox="1">
            <a:spLocks/>
          </p:cNvSpPr>
          <p:nvPr/>
        </p:nvSpPr>
        <p:spPr>
          <a:xfrm>
            <a:off x="839788" y="2505075"/>
            <a:ext cx="5157787" cy="368458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GB" dirty="0"/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1E80F69-49A0-2600-7BEB-5748A11710F0}"/>
              </a:ext>
            </a:extLst>
          </p:cNvPr>
          <p:cNvSpPr txBox="1">
            <a:spLocks/>
          </p:cNvSpPr>
          <p:nvPr/>
        </p:nvSpPr>
        <p:spPr>
          <a:xfrm>
            <a:off x="6176287" y="2505075"/>
            <a:ext cx="5157787" cy="368458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GB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CC81968-FACB-9F87-8301-173D7D56DB2D}"/>
              </a:ext>
            </a:extLst>
          </p:cNvPr>
          <p:cNvGrpSpPr/>
          <p:nvPr/>
        </p:nvGrpSpPr>
        <p:grpSpPr>
          <a:xfrm>
            <a:off x="7143794" y="2915256"/>
            <a:ext cx="3240000" cy="900000"/>
            <a:chOff x="3074504" y="1020417"/>
            <a:chExt cx="1260000" cy="467999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D86B60E-4783-E62D-4227-B7A94B20B3DC}"/>
                </a:ext>
              </a:extLst>
            </p:cNvPr>
            <p:cNvSpPr/>
            <p:nvPr/>
          </p:nvSpPr>
          <p:spPr>
            <a:xfrm>
              <a:off x="3074504" y="1020417"/>
              <a:ext cx="1260000" cy="467999"/>
            </a:xfrm>
            <a:prstGeom prst="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dirty="0">
                <a:latin typeface="Arial Narrow" panose="020B0606020202030204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7E9D44E-F24B-C536-8B6E-A09DB0D261D6}"/>
                </a:ext>
              </a:extLst>
            </p:cNvPr>
            <p:cNvSpPr txBox="1"/>
            <p:nvPr/>
          </p:nvSpPr>
          <p:spPr>
            <a:xfrm>
              <a:off x="3275568" y="1086987"/>
              <a:ext cx="857927" cy="304082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SG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Entity</a:t>
              </a:r>
            </a:p>
            <a:p>
              <a:pPr algn="ctr"/>
              <a:r>
                <a:rPr lang="en-SG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Set</a:t>
              </a:r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0C552BE4-F1EC-784F-190D-2C6868726DD5}"/>
              </a:ext>
            </a:extLst>
          </p:cNvPr>
          <p:cNvSpPr/>
          <p:nvPr/>
        </p:nvSpPr>
        <p:spPr>
          <a:xfrm>
            <a:off x="8737642" y="5075069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D49B38D-6BA1-3FA4-5D0E-8D0673543763}"/>
              </a:ext>
            </a:extLst>
          </p:cNvPr>
          <p:cNvCxnSpPr>
            <a:cxnSpLocks/>
          </p:cNvCxnSpPr>
          <p:nvPr/>
        </p:nvCxnSpPr>
        <p:spPr>
          <a:xfrm flipV="1">
            <a:off x="8845642" y="3815069"/>
            <a:ext cx="0" cy="1260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C68CE525-70D2-90EC-E769-75809DEC955F}"/>
              </a:ext>
            </a:extLst>
          </p:cNvPr>
          <p:cNvSpPr/>
          <p:nvPr/>
        </p:nvSpPr>
        <p:spPr>
          <a:xfrm>
            <a:off x="8215642" y="5347482"/>
            <a:ext cx="1260000" cy="432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attr2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70006AC5-5F68-2A05-E190-1FE04C5F6842}"/>
              </a:ext>
            </a:extLst>
          </p:cNvPr>
          <p:cNvSpPr/>
          <p:nvPr/>
        </p:nvSpPr>
        <p:spPr>
          <a:xfrm>
            <a:off x="8737642" y="4121162"/>
            <a:ext cx="216000" cy="216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D7050F57-8D41-3783-DD8F-70C0340E2E29}"/>
              </a:ext>
            </a:extLst>
          </p:cNvPr>
          <p:cNvSpPr/>
          <p:nvPr/>
        </p:nvSpPr>
        <p:spPr>
          <a:xfrm>
            <a:off x="7599575" y="5075069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03EB23D-9AE3-CFAF-FA1E-B6BE6355BD69}"/>
              </a:ext>
            </a:extLst>
          </p:cNvPr>
          <p:cNvCxnSpPr>
            <a:cxnSpLocks/>
          </p:cNvCxnSpPr>
          <p:nvPr/>
        </p:nvCxnSpPr>
        <p:spPr>
          <a:xfrm flipV="1">
            <a:off x="7707575" y="3815069"/>
            <a:ext cx="0" cy="1260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59E7F52C-A1CB-96C5-689C-26EB2D96C928}"/>
              </a:ext>
            </a:extLst>
          </p:cNvPr>
          <p:cNvSpPr/>
          <p:nvPr/>
        </p:nvSpPr>
        <p:spPr>
          <a:xfrm>
            <a:off x="7077575" y="5347482"/>
            <a:ext cx="1260000" cy="432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attr1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760F1734-F435-969E-A1E2-6F33A4106341}"/>
              </a:ext>
            </a:extLst>
          </p:cNvPr>
          <p:cNvSpPr/>
          <p:nvPr/>
        </p:nvSpPr>
        <p:spPr>
          <a:xfrm>
            <a:off x="7599575" y="4121162"/>
            <a:ext cx="216000" cy="216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AE7B54F-8E96-E323-C81D-815377CECB80}"/>
              </a:ext>
            </a:extLst>
          </p:cNvPr>
          <p:cNvCxnSpPr>
            <a:stCxn id="39" idx="6"/>
            <a:endCxn id="35" idx="2"/>
          </p:cNvCxnSpPr>
          <p:nvPr/>
        </p:nvCxnSpPr>
        <p:spPr>
          <a:xfrm>
            <a:off x="7815575" y="4229162"/>
            <a:ext cx="92206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C6E6F266-8712-07BA-557F-E825000B60E4}"/>
              </a:ext>
            </a:extLst>
          </p:cNvPr>
          <p:cNvSpPr/>
          <p:nvPr/>
        </p:nvSpPr>
        <p:spPr>
          <a:xfrm>
            <a:off x="9936855" y="5075069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CC4698E-B4AE-2671-90F8-30583FB4548F}"/>
              </a:ext>
            </a:extLst>
          </p:cNvPr>
          <p:cNvCxnSpPr>
            <a:cxnSpLocks/>
          </p:cNvCxnSpPr>
          <p:nvPr/>
        </p:nvCxnSpPr>
        <p:spPr>
          <a:xfrm flipV="1">
            <a:off x="10044855" y="3815069"/>
            <a:ext cx="0" cy="1260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DC749D89-852E-267B-F81E-23749BF19160}"/>
              </a:ext>
            </a:extLst>
          </p:cNvPr>
          <p:cNvSpPr/>
          <p:nvPr/>
        </p:nvSpPr>
        <p:spPr>
          <a:xfrm>
            <a:off x="9414855" y="5347482"/>
            <a:ext cx="1260000" cy="432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attr3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12DEDE95-130F-A740-7394-3E4D76BDFDC2}"/>
              </a:ext>
            </a:extLst>
          </p:cNvPr>
          <p:cNvSpPr/>
          <p:nvPr/>
        </p:nvSpPr>
        <p:spPr>
          <a:xfrm>
            <a:off x="8737642" y="4663422"/>
            <a:ext cx="216000" cy="216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3C1DC6E-FD09-0AF0-9F92-04B08D692628}"/>
              </a:ext>
            </a:extLst>
          </p:cNvPr>
          <p:cNvCxnSpPr>
            <a:cxnSpLocks/>
            <a:stCxn id="49" idx="2"/>
            <a:endCxn id="46" idx="2"/>
          </p:cNvCxnSpPr>
          <p:nvPr/>
        </p:nvCxnSpPr>
        <p:spPr>
          <a:xfrm flipH="1">
            <a:off x="8737642" y="4771422"/>
            <a:ext cx="119921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7939A787-2DD7-2EDF-6FC1-CB2C440DB84D}"/>
              </a:ext>
            </a:extLst>
          </p:cNvPr>
          <p:cNvSpPr/>
          <p:nvPr/>
        </p:nvSpPr>
        <p:spPr>
          <a:xfrm>
            <a:off x="9936855" y="4663422"/>
            <a:ext cx="216000" cy="216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287EF75B-7F06-CB6C-85DC-9AC3B2415CC1}"/>
              </a:ext>
            </a:extLst>
          </p:cNvPr>
          <p:cNvCxnSpPr>
            <a:cxnSpLocks/>
            <a:stCxn id="52" idx="2"/>
          </p:cNvCxnSpPr>
          <p:nvPr/>
        </p:nvCxnSpPr>
        <p:spPr>
          <a:xfrm flipH="1">
            <a:off x="2549788" y="5603695"/>
            <a:ext cx="63050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2817A541-CC72-E8BA-048C-20B0B7388B9D}"/>
              </a:ext>
            </a:extLst>
          </p:cNvPr>
          <p:cNvSpPr/>
          <p:nvPr/>
        </p:nvSpPr>
        <p:spPr>
          <a:xfrm>
            <a:off x="3396000" y="5387695"/>
            <a:ext cx="648000" cy="432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attr</a:t>
            </a:r>
            <a:endParaRPr lang="en-GB" sz="16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7039F039-6F51-76F1-A39F-3CADB4F2C509}"/>
              </a:ext>
            </a:extLst>
          </p:cNvPr>
          <p:cNvSpPr/>
          <p:nvPr/>
        </p:nvSpPr>
        <p:spPr>
          <a:xfrm>
            <a:off x="3180297" y="5495695"/>
            <a:ext cx="216000" cy="216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1999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Group 89">
            <a:extLst>
              <a:ext uri="{FF2B5EF4-FFF2-40B4-BE49-F238E27FC236}">
                <a16:creationId xmlns:a16="http://schemas.microsoft.com/office/drawing/2014/main" id="{A43068A6-5F14-36A6-2889-A3778C871033}"/>
              </a:ext>
            </a:extLst>
          </p:cNvPr>
          <p:cNvGrpSpPr/>
          <p:nvPr/>
        </p:nvGrpSpPr>
        <p:grpSpPr>
          <a:xfrm>
            <a:off x="2577055" y="1982139"/>
            <a:ext cx="1800000" cy="1440000"/>
            <a:chOff x="5196000" y="3897369"/>
            <a:chExt cx="1800000" cy="144000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75262448-474E-C792-EDB2-06D4D938980C}"/>
                </a:ext>
              </a:extLst>
            </p:cNvPr>
            <p:cNvGrpSpPr/>
            <p:nvPr/>
          </p:nvGrpSpPr>
          <p:grpSpPr>
            <a:xfrm>
              <a:off x="5196000" y="3897369"/>
              <a:ext cx="1800000" cy="900000"/>
              <a:chOff x="3074504" y="1020417"/>
              <a:chExt cx="1260000" cy="468000"/>
            </a:xfrm>
          </p:grpSpPr>
          <p:sp>
            <p:nvSpPr>
              <p:cNvPr id="73" name="Diamond 72">
                <a:extLst>
                  <a:ext uri="{FF2B5EF4-FFF2-40B4-BE49-F238E27FC236}">
                    <a16:creationId xmlns:a16="http://schemas.microsoft.com/office/drawing/2014/main" id="{718105C2-C0BA-39B3-4442-A9A2D85BCF32}"/>
                  </a:ext>
                </a:extLst>
              </p:cNvPr>
              <p:cNvSpPr/>
              <p:nvPr/>
            </p:nvSpPr>
            <p:spPr>
              <a:xfrm>
                <a:off x="3074504" y="1020417"/>
                <a:ext cx="1260000" cy="468000"/>
              </a:xfrm>
              <a:prstGeom prst="diamond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SG" sz="1600">
                  <a:latin typeface="Arial Narrow" panose="020B0606020202030204" pitchFamily="34" charset="0"/>
                </a:endParaRP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B34B945-5177-6B50-D9D5-462B97026A74}"/>
                  </a:ext>
                </a:extLst>
              </p:cNvPr>
              <p:cNvSpPr txBox="1"/>
              <p:nvPr/>
            </p:nvSpPr>
            <p:spPr>
              <a:xfrm>
                <a:off x="3418275" y="1155642"/>
                <a:ext cx="572497" cy="192053"/>
              </a:xfrm>
              <a:prstGeom prst="rect">
                <a:avLst/>
              </a:prstGeom>
              <a:noFill/>
            </p:spPr>
            <p:txBody>
              <a:bodyPr wrap="none" rtlCol="0" anchor="ctr">
                <a:spAutoFit/>
              </a:bodyPr>
              <a:lstStyle/>
              <a:p>
                <a:pPr algn="ctr"/>
                <a:r>
                  <a:rPr lang="en-SG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taste</a:t>
                </a:r>
              </a:p>
            </p:txBody>
          </p:sp>
        </p:grp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500A0217-DFE2-EA75-EB88-882D58326CD1}"/>
                </a:ext>
              </a:extLst>
            </p:cNvPr>
            <p:cNvCxnSpPr>
              <a:cxnSpLocks/>
              <a:stCxn id="73" idx="2"/>
            </p:cNvCxnSpPr>
            <p:nvPr/>
          </p:nvCxnSpPr>
          <p:spPr>
            <a:xfrm>
              <a:off x="6096000" y="4797369"/>
              <a:ext cx="0" cy="540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A56F8A1-AC28-C48C-EDD0-3E8E8F074527}"/>
              </a:ext>
            </a:extLst>
          </p:cNvPr>
          <p:cNvGrpSpPr/>
          <p:nvPr/>
        </p:nvGrpSpPr>
        <p:grpSpPr>
          <a:xfrm>
            <a:off x="2845559" y="3311512"/>
            <a:ext cx="1260000" cy="900000"/>
            <a:chOff x="3074504" y="1020417"/>
            <a:chExt cx="1260000" cy="467999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A2405775-E826-8D04-1CFF-25AC57B82ED4}"/>
                </a:ext>
              </a:extLst>
            </p:cNvPr>
            <p:cNvSpPr/>
            <p:nvPr/>
          </p:nvSpPr>
          <p:spPr>
            <a:xfrm>
              <a:off x="3074504" y="1020417"/>
              <a:ext cx="1260000" cy="467999"/>
            </a:xfrm>
            <a:prstGeom prst="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dirty="0">
                <a:latin typeface="Arial Narrow" panose="020B0606020202030204" pitchFamily="34" charset="0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F2427DBE-7370-6A8C-DFC7-7DA67E8405EF}"/>
                </a:ext>
              </a:extLst>
            </p:cNvPr>
            <p:cNvSpPr txBox="1"/>
            <p:nvPr/>
          </p:nvSpPr>
          <p:spPr>
            <a:xfrm>
              <a:off x="3275568" y="1151004"/>
              <a:ext cx="857928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SG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member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FD4CE8CE-0C29-9C6A-4DB7-FE2D5A0E8D7B}"/>
              </a:ext>
            </a:extLst>
          </p:cNvPr>
          <p:cNvGrpSpPr/>
          <p:nvPr/>
        </p:nvGrpSpPr>
        <p:grpSpPr>
          <a:xfrm>
            <a:off x="2467559" y="325460"/>
            <a:ext cx="2016000" cy="1656000"/>
            <a:chOff x="8724212" y="3789369"/>
            <a:chExt cx="2016000" cy="1656000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3BF5DD28-5EA9-13E9-0817-CD2087E586CD}"/>
                </a:ext>
              </a:extLst>
            </p:cNvPr>
            <p:cNvGrpSpPr/>
            <p:nvPr/>
          </p:nvGrpSpPr>
          <p:grpSpPr>
            <a:xfrm>
              <a:off x="8832212" y="3897369"/>
              <a:ext cx="1800000" cy="900000"/>
              <a:chOff x="3074504" y="1020417"/>
              <a:chExt cx="1260000" cy="468000"/>
            </a:xfrm>
          </p:grpSpPr>
          <p:sp>
            <p:nvSpPr>
              <p:cNvPr id="76" name="Diamond 75">
                <a:extLst>
                  <a:ext uri="{FF2B5EF4-FFF2-40B4-BE49-F238E27FC236}">
                    <a16:creationId xmlns:a16="http://schemas.microsoft.com/office/drawing/2014/main" id="{E75A2ECE-F516-0C92-D256-4B84B52ADAAE}"/>
                  </a:ext>
                </a:extLst>
              </p:cNvPr>
              <p:cNvSpPr/>
              <p:nvPr/>
            </p:nvSpPr>
            <p:spPr>
              <a:xfrm>
                <a:off x="3074504" y="1020417"/>
                <a:ext cx="1260000" cy="468000"/>
              </a:xfrm>
              <a:prstGeom prst="diamond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SG" sz="1600">
                  <a:latin typeface="Arial Narrow" panose="020B0606020202030204" pitchFamily="34" charset="0"/>
                </a:endParaRP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14FACAD-69D8-A0F2-3A70-E848E327F5F3}"/>
                  </a:ext>
                </a:extLst>
              </p:cNvPr>
              <p:cNvSpPr txBox="1"/>
              <p:nvPr/>
            </p:nvSpPr>
            <p:spPr>
              <a:xfrm>
                <a:off x="3482794" y="1163645"/>
                <a:ext cx="443456" cy="176048"/>
              </a:xfrm>
              <a:prstGeom prst="rect">
                <a:avLst/>
              </a:prstGeom>
              <a:noFill/>
            </p:spPr>
            <p:txBody>
              <a:bodyPr wrap="none" rtlCol="0" anchor="ctr">
                <a:spAutoFit/>
              </a:bodyPr>
              <a:lstStyle/>
              <a:p>
                <a:pPr algn="ctr"/>
                <a:r>
                  <a:rPr lang="en-US" sz="1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open</a:t>
                </a:r>
                <a:endParaRPr lang="en-SG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p:grp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1A451EF-87DC-CF7C-C665-76FEFC953071}"/>
                </a:ext>
              </a:extLst>
            </p:cNvPr>
            <p:cNvSpPr/>
            <p:nvPr/>
          </p:nvSpPr>
          <p:spPr>
            <a:xfrm>
              <a:off x="8724212" y="3789369"/>
              <a:ext cx="2016000" cy="1116000"/>
            </a:xfrm>
            <a:prstGeom prst="rect">
              <a:avLst/>
            </a:prstGeom>
            <a:noFill/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dirty="0">
                <a:latin typeface="Arial Narrow" panose="020B0606020202030204" pitchFamily="34" charset="0"/>
              </a:endParaRPr>
            </a:p>
          </p:txBody>
        </p: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F5F1F28A-2752-6880-22EE-FB573FEB47BC}"/>
                </a:ext>
              </a:extLst>
            </p:cNvPr>
            <p:cNvCxnSpPr>
              <a:cxnSpLocks/>
              <a:stCxn id="78" idx="2"/>
            </p:cNvCxnSpPr>
            <p:nvPr/>
          </p:nvCxnSpPr>
          <p:spPr>
            <a:xfrm>
              <a:off x="9732212" y="4905369"/>
              <a:ext cx="0" cy="540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270CF18-989A-3589-5E1E-64A16779B80C}"/>
                </a:ext>
              </a:extLst>
            </p:cNvPr>
            <p:cNvSpPr txBox="1"/>
            <p:nvPr/>
          </p:nvSpPr>
          <p:spPr>
            <a:xfrm>
              <a:off x="9732212" y="4905369"/>
              <a:ext cx="745718" cy="33855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SG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(0,n)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91C87471-C394-F071-47BF-247EF1B5B7E2}"/>
              </a:ext>
            </a:extLst>
          </p:cNvPr>
          <p:cNvGrpSpPr/>
          <p:nvPr/>
        </p:nvGrpSpPr>
        <p:grpSpPr>
          <a:xfrm>
            <a:off x="434858" y="434210"/>
            <a:ext cx="2140176" cy="900000"/>
            <a:chOff x="1829788" y="3897369"/>
            <a:chExt cx="2140176" cy="900000"/>
          </a:xfrm>
        </p:grpSpPr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10D8AD30-C253-1F8C-E9CC-B24F38D6DFE8}"/>
                </a:ext>
              </a:extLst>
            </p:cNvPr>
            <p:cNvGrpSpPr/>
            <p:nvPr/>
          </p:nvGrpSpPr>
          <p:grpSpPr>
            <a:xfrm>
              <a:off x="1829788" y="3897369"/>
              <a:ext cx="1260000" cy="900000"/>
              <a:chOff x="3074504" y="1020417"/>
              <a:chExt cx="1260000" cy="467999"/>
            </a:xfrm>
          </p:grpSpPr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08C822-CCFF-5B9D-776E-409BEC75624E}"/>
                  </a:ext>
                </a:extLst>
              </p:cNvPr>
              <p:cNvSpPr/>
              <p:nvPr/>
            </p:nvSpPr>
            <p:spPr>
              <a:xfrm>
                <a:off x="3074504" y="1020417"/>
                <a:ext cx="1260000" cy="467999"/>
              </a:xfrm>
              <a:prstGeom prst="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SG" dirty="0">
                  <a:latin typeface="Arial Narrow" panose="020B0606020202030204" pitchFamily="34" charset="0"/>
                </a:endParaRPr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9214BF81-7065-378C-60C8-1C5621EA3C7C}"/>
                  </a:ext>
                </a:extLst>
              </p:cNvPr>
              <p:cNvSpPr txBox="1"/>
              <p:nvPr/>
            </p:nvSpPr>
            <p:spPr>
              <a:xfrm>
                <a:off x="3219464" y="1151004"/>
                <a:ext cx="970137" cy="176048"/>
              </a:xfrm>
              <a:prstGeom prst="rect">
                <a:avLst/>
              </a:prstGeom>
              <a:noFill/>
            </p:spPr>
            <p:txBody>
              <a:bodyPr wrap="none" rtlCol="0" anchor="ctr">
                <a:spAutoFit/>
              </a:bodyPr>
              <a:lstStyle/>
              <a:p>
                <a:pPr algn="ctr"/>
                <a:r>
                  <a:rPr lang="en-SG" sz="1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session</a:t>
                </a:r>
              </a:p>
            </p:txBody>
          </p:sp>
        </p:grp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3897507A-409C-8F30-91F7-18EA5BBD58D7}"/>
                </a:ext>
              </a:extLst>
            </p:cNvPr>
            <p:cNvCxnSpPr>
              <a:cxnSpLocks/>
              <a:endCxn id="96" idx="3"/>
            </p:cNvCxnSpPr>
            <p:nvPr/>
          </p:nvCxnSpPr>
          <p:spPr>
            <a:xfrm flipH="1">
              <a:off x="3089788" y="4347369"/>
              <a:ext cx="88017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4EF71EFD-976E-B1D8-525A-7FFE5C4C7448}"/>
                </a:ext>
              </a:extLst>
            </p:cNvPr>
            <p:cNvSpPr txBox="1"/>
            <p:nvPr/>
          </p:nvSpPr>
          <p:spPr>
            <a:xfrm>
              <a:off x="3088347" y="4003530"/>
              <a:ext cx="745718" cy="33855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SG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(0,n)</a:t>
              </a:r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E2301C83-62D0-26CD-0101-DBC1BAC15D66}"/>
              </a:ext>
            </a:extLst>
          </p:cNvPr>
          <p:cNvGrpSpPr/>
          <p:nvPr/>
        </p:nvGrpSpPr>
        <p:grpSpPr>
          <a:xfrm>
            <a:off x="4375559" y="433460"/>
            <a:ext cx="2180164" cy="900000"/>
            <a:chOff x="909653" y="3926213"/>
            <a:chExt cx="2180164" cy="90000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230B4552-B194-4F70-2F01-989EE1355181}"/>
                </a:ext>
              </a:extLst>
            </p:cNvPr>
            <p:cNvGrpSpPr/>
            <p:nvPr/>
          </p:nvGrpSpPr>
          <p:grpSpPr>
            <a:xfrm>
              <a:off x="1829817" y="3926213"/>
              <a:ext cx="1260000" cy="900000"/>
              <a:chOff x="3074533" y="1035416"/>
              <a:chExt cx="1260000" cy="467999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C60B01F-A8F2-E7ED-119C-D8EBAAC28C15}"/>
                  </a:ext>
                </a:extLst>
              </p:cNvPr>
              <p:cNvSpPr/>
              <p:nvPr/>
            </p:nvSpPr>
            <p:spPr>
              <a:xfrm>
                <a:off x="3074533" y="1035416"/>
                <a:ext cx="1260000" cy="467999"/>
              </a:xfrm>
              <a:prstGeom prst="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SG" dirty="0">
                  <a:latin typeface="Arial Narrow" panose="020B0606020202030204" pitchFamily="34" charset="0"/>
                </a:endParaRP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10FEFA36-7A25-49ED-8927-E3B7F786F227}"/>
                  </a:ext>
                </a:extLst>
              </p:cNvPr>
              <p:cNvSpPr txBox="1"/>
              <p:nvPr/>
            </p:nvSpPr>
            <p:spPr>
              <a:xfrm>
                <a:off x="3275569" y="1151004"/>
                <a:ext cx="857928" cy="176048"/>
              </a:xfrm>
              <a:prstGeom prst="rect">
                <a:avLst/>
              </a:prstGeom>
              <a:noFill/>
            </p:spPr>
            <p:txBody>
              <a:bodyPr wrap="none" rtlCol="0" anchor="ctr">
                <a:spAutoFit/>
              </a:bodyPr>
              <a:lstStyle/>
              <a:p>
                <a:pPr algn="ctr"/>
                <a:r>
                  <a:rPr lang="en-SG" sz="1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bottle</a:t>
                </a:r>
              </a:p>
            </p:txBody>
          </p:sp>
        </p:grp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6899E575-FDE4-ADFA-5A65-6B569739EFDC}"/>
                </a:ext>
              </a:extLst>
            </p:cNvPr>
            <p:cNvCxnSpPr>
              <a:cxnSpLocks/>
              <a:stCxn id="102" idx="1"/>
              <a:endCxn id="76" idx="3"/>
            </p:cNvCxnSpPr>
            <p:nvPr/>
          </p:nvCxnSpPr>
          <p:spPr>
            <a:xfrm flipH="1">
              <a:off x="909653" y="4376213"/>
              <a:ext cx="920164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7BF65E8B-CC2D-C3C7-81F4-6A38EE8BE07E}"/>
                </a:ext>
              </a:extLst>
            </p:cNvPr>
            <p:cNvSpPr txBox="1"/>
            <p:nvPr/>
          </p:nvSpPr>
          <p:spPr>
            <a:xfrm>
              <a:off x="1138597" y="4039607"/>
              <a:ext cx="745718" cy="33855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SG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(0,1)</a:t>
              </a:r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7ECE1C00-ED4A-EC58-BFD1-4C8585979D93}"/>
              </a:ext>
            </a:extLst>
          </p:cNvPr>
          <p:cNvGrpSpPr/>
          <p:nvPr/>
        </p:nvGrpSpPr>
        <p:grpSpPr>
          <a:xfrm>
            <a:off x="5303441" y="3311512"/>
            <a:ext cx="1260000" cy="900000"/>
            <a:chOff x="3074504" y="1020417"/>
            <a:chExt cx="1260000" cy="467999"/>
          </a:xfrm>
        </p:grpSpPr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3146955F-B6D6-0903-232D-4C01521DDE36}"/>
                </a:ext>
              </a:extLst>
            </p:cNvPr>
            <p:cNvSpPr/>
            <p:nvPr/>
          </p:nvSpPr>
          <p:spPr>
            <a:xfrm>
              <a:off x="3074504" y="1020417"/>
              <a:ext cx="1260000" cy="467999"/>
            </a:xfrm>
            <a:prstGeom prst="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dirty="0">
                <a:latin typeface="Arial Narrow" panose="020B0606020202030204" pitchFamily="34" charset="0"/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47FE1A3C-477A-5549-4DD8-15D7E4F29CE0}"/>
                </a:ext>
              </a:extLst>
            </p:cNvPr>
            <p:cNvSpPr txBox="1"/>
            <p:nvPr/>
          </p:nvSpPr>
          <p:spPr>
            <a:xfrm>
              <a:off x="3387779" y="1151004"/>
              <a:ext cx="633508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SG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wine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27314E58-A8F8-608D-FCE4-70746E2C5697}"/>
              </a:ext>
            </a:extLst>
          </p:cNvPr>
          <p:cNvGrpSpPr/>
          <p:nvPr/>
        </p:nvGrpSpPr>
        <p:grpSpPr>
          <a:xfrm>
            <a:off x="5020547" y="1873460"/>
            <a:ext cx="1800000" cy="1440000"/>
            <a:chOff x="5196000" y="3897369"/>
            <a:chExt cx="1800000" cy="1440000"/>
          </a:xfrm>
        </p:grpSpPr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7D2E2DEB-4DF7-B3C4-258F-E68B80D434E5}"/>
                </a:ext>
              </a:extLst>
            </p:cNvPr>
            <p:cNvGrpSpPr/>
            <p:nvPr/>
          </p:nvGrpSpPr>
          <p:grpSpPr>
            <a:xfrm>
              <a:off x="5196000" y="3897369"/>
              <a:ext cx="1800000" cy="900000"/>
              <a:chOff x="3074504" y="1020417"/>
              <a:chExt cx="1260000" cy="468000"/>
            </a:xfrm>
          </p:grpSpPr>
          <p:sp>
            <p:nvSpPr>
              <p:cNvPr id="115" name="Diamond 114">
                <a:extLst>
                  <a:ext uri="{FF2B5EF4-FFF2-40B4-BE49-F238E27FC236}">
                    <a16:creationId xmlns:a16="http://schemas.microsoft.com/office/drawing/2014/main" id="{4CAC6D1C-BE42-C683-7C44-B3530746E819}"/>
                  </a:ext>
                </a:extLst>
              </p:cNvPr>
              <p:cNvSpPr/>
              <p:nvPr/>
            </p:nvSpPr>
            <p:spPr>
              <a:xfrm>
                <a:off x="3074504" y="1020417"/>
                <a:ext cx="1260000" cy="468000"/>
              </a:xfrm>
              <a:prstGeom prst="diamond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SG" sz="1600">
                  <a:latin typeface="Arial Narrow" panose="020B0606020202030204" pitchFamily="34" charset="0"/>
                </a:endParaRP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964BE089-8428-038E-638C-06ED7C8B3332}"/>
                  </a:ext>
                </a:extLst>
              </p:cNvPr>
              <p:cNvSpPr txBox="1"/>
              <p:nvPr/>
            </p:nvSpPr>
            <p:spPr>
              <a:xfrm>
                <a:off x="3329634" y="1155642"/>
                <a:ext cx="749789" cy="192053"/>
              </a:xfrm>
              <a:prstGeom prst="rect">
                <a:avLst/>
              </a:prstGeom>
              <a:noFill/>
            </p:spPr>
            <p:txBody>
              <a:bodyPr wrap="none" rtlCol="0" anchor="ctr">
                <a:spAutoFit/>
              </a:bodyPr>
              <a:lstStyle/>
              <a:p>
                <a:pPr algn="ctr"/>
                <a:r>
                  <a:rPr lang="en-SG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contain</a:t>
                </a:r>
              </a:p>
            </p:txBody>
          </p:sp>
        </p:grp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2EA92572-2CD3-104F-611F-CFD5836D3100}"/>
                </a:ext>
              </a:extLst>
            </p:cNvPr>
            <p:cNvCxnSpPr>
              <a:cxnSpLocks/>
              <a:stCxn id="115" idx="2"/>
            </p:cNvCxnSpPr>
            <p:nvPr/>
          </p:nvCxnSpPr>
          <p:spPr>
            <a:xfrm>
              <a:off x="6096000" y="4797369"/>
              <a:ext cx="0" cy="540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313B65B5-AF44-18B4-B8D8-1E7C2B46CA34}"/>
              </a:ext>
            </a:extLst>
          </p:cNvPr>
          <p:cNvCxnSpPr>
            <a:cxnSpLocks/>
          </p:cNvCxnSpPr>
          <p:nvPr/>
        </p:nvCxnSpPr>
        <p:spPr>
          <a:xfrm>
            <a:off x="5920547" y="1333460"/>
            <a:ext cx="0" cy="540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593B4745-22BB-B74C-83D5-2BAADCD6F1AF}"/>
              </a:ext>
            </a:extLst>
          </p:cNvPr>
          <p:cNvSpPr txBox="1"/>
          <p:nvPr/>
        </p:nvSpPr>
        <p:spPr>
          <a:xfrm>
            <a:off x="5187723" y="1319341"/>
            <a:ext cx="745718" cy="33855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SG" sz="1600" dirty="0">
                <a:latin typeface="Consolas" panose="020B0609020204030204" pitchFamily="49" charset="0"/>
                <a:cs typeface="Consolas" panose="020B0609020204030204" pitchFamily="49" charset="0"/>
              </a:rPr>
              <a:t>(1,1)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5E832822-9AB4-3B1E-B01B-103D4BEBCCEF}"/>
              </a:ext>
            </a:extLst>
          </p:cNvPr>
          <p:cNvSpPr txBox="1"/>
          <p:nvPr/>
        </p:nvSpPr>
        <p:spPr>
          <a:xfrm>
            <a:off x="5187914" y="2986003"/>
            <a:ext cx="745718" cy="33855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SG" sz="1600" dirty="0">
                <a:latin typeface="Consolas" panose="020B0609020204030204" pitchFamily="49" charset="0"/>
                <a:cs typeface="Consolas" panose="020B0609020204030204" pitchFamily="49" charset="0"/>
              </a:rPr>
              <a:t>(0,n)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7646E49-5EE5-7A28-056C-824935FBBE29}"/>
              </a:ext>
            </a:extLst>
          </p:cNvPr>
          <p:cNvSpPr txBox="1"/>
          <p:nvPr/>
        </p:nvSpPr>
        <p:spPr>
          <a:xfrm>
            <a:off x="3475559" y="2982862"/>
            <a:ext cx="745718" cy="33855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SG" sz="1600" dirty="0">
                <a:latin typeface="Consolas" panose="020B0609020204030204" pitchFamily="49" charset="0"/>
                <a:cs typeface="Consolas" panose="020B0609020204030204" pitchFamily="49" charset="0"/>
              </a:rPr>
              <a:t>(0,n)</a:t>
            </a:r>
          </a:p>
        </p:txBody>
      </p:sp>
      <p:sp>
        <p:nvSpPr>
          <p:cNvPr id="124" name="Oval 123">
            <a:extLst>
              <a:ext uri="{FF2B5EF4-FFF2-40B4-BE49-F238E27FC236}">
                <a16:creationId xmlns:a16="http://schemas.microsoft.com/office/drawing/2014/main" id="{ED788FB5-793A-01E9-2659-7BEA0C3A5813}"/>
              </a:ext>
            </a:extLst>
          </p:cNvPr>
          <p:cNvSpPr/>
          <p:nvPr/>
        </p:nvSpPr>
        <p:spPr>
          <a:xfrm>
            <a:off x="1209135" y="1990674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55D2BDD9-922D-8BCB-B0A2-3C8CC27A8741}"/>
              </a:ext>
            </a:extLst>
          </p:cNvPr>
          <p:cNvCxnSpPr>
            <a:cxnSpLocks/>
          </p:cNvCxnSpPr>
          <p:nvPr/>
        </p:nvCxnSpPr>
        <p:spPr>
          <a:xfrm flipV="1">
            <a:off x="1317135" y="1333460"/>
            <a:ext cx="404" cy="648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27984DA7-BA47-CBCF-1539-02F10D9E0674}"/>
              </a:ext>
            </a:extLst>
          </p:cNvPr>
          <p:cNvSpPr/>
          <p:nvPr/>
        </p:nvSpPr>
        <p:spPr>
          <a:xfrm>
            <a:off x="998545" y="2206239"/>
            <a:ext cx="649983" cy="2597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week</a:t>
            </a:r>
          </a:p>
        </p:txBody>
      </p:sp>
      <p:sp>
        <p:nvSpPr>
          <p:cNvPr id="127" name="Oval 126">
            <a:extLst>
              <a:ext uri="{FF2B5EF4-FFF2-40B4-BE49-F238E27FC236}">
                <a16:creationId xmlns:a16="http://schemas.microsoft.com/office/drawing/2014/main" id="{5905C6E7-8AF5-0CEC-EE1A-C4C35BD3802F}"/>
              </a:ext>
            </a:extLst>
          </p:cNvPr>
          <p:cNvSpPr/>
          <p:nvPr/>
        </p:nvSpPr>
        <p:spPr>
          <a:xfrm>
            <a:off x="1214101" y="1549895"/>
            <a:ext cx="216000" cy="216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8" name="Oval 127">
            <a:extLst>
              <a:ext uri="{FF2B5EF4-FFF2-40B4-BE49-F238E27FC236}">
                <a16:creationId xmlns:a16="http://schemas.microsoft.com/office/drawing/2014/main" id="{46E1C891-C94F-7ED6-6E0F-8604474BE2BA}"/>
              </a:ext>
            </a:extLst>
          </p:cNvPr>
          <p:cNvSpPr/>
          <p:nvPr/>
        </p:nvSpPr>
        <p:spPr>
          <a:xfrm>
            <a:off x="630053" y="1977478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57BE4BCE-9304-B5C2-C15D-214625704052}"/>
              </a:ext>
            </a:extLst>
          </p:cNvPr>
          <p:cNvCxnSpPr>
            <a:cxnSpLocks/>
          </p:cNvCxnSpPr>
          <p:nvPr/>
        </p:nvCxnSpPr>
        <p:spPr>
          <a:xfrm flipV="1">
            <a:off x="745947" y="1333460"/>
            <a:ext cx="0" cy="648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7E85793-757B-AB31-C8C5-74BF21BE371C}"/>
              </a:ext>
            </a:extLst>
          </p:cNvPr>
          <p:cNvSpPr/>
          <p:nvPr/>
        </p:nvSpPr>
        <p:spPr>
          <a:xfrm>
            <a:off x="367625" y="2206239"/>
            <a:ext cx="756644" cy="2530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year</a:t>
            </a:r>
          </a:p>
        </p:txBody>
      </p:sp>
      <p:sp>
        <p:nvSpPr>
          <p:cNvPr id="131" name="Oval 130">
            <a:extLst>
              <a:ext uri="{FF2B5EF4-FFF2-40B4-BE49-F238E27FC236}">
                <a16:creationId xmlns:a16="http://schemas.microsoft.com/office/drawing/2014/main" id="{E9FC39CB-072F-F319-0994-E6C9EF9368EA}"/>
              </a:ext>
            </a:extLst>
          </p:cNvPr>
          <p:cNvSpPr/>
          <p:nvPr/>
        </p:nvSpPr>
        <p:spPr>
          <a:xfrm>
            <a:off x="630053" y="1552926"/>
            <a:ext cx="216000" cy="216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03571919-1B86-4A44-AE49-9CEFA1755312}"/>
              </a:ext>
            </a:extLst>
          </p:cNvPr>
          <p:cNvCxnSpPr>
            <a:stCxn id="131" idx="6"/>
            <a:endCxn id="127" idx="2"/>
          </p:cNvCxnSpPr>
          <p:nvPr/>
        </p:nvCxnSpPr>
        <p:spPr>
          <a:xfrm flipV="1">
            <a:off x="846053" y="1657895"/>
            <a:ext cx="368048" cy="30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22DDB7C7-BEE9-EEEA-1C60-FE76CD064507}"/>
              </a:ext>
            </a:extLst>
          </p:cNvPr>
          <p:cNvCxnSpPr>
            <a:cxnSpLocks/>
          </p:cNvCxnSpPr>
          <p:nvPr/>
        </p:nvCxnSpPr>
        <p:spPr>
          <a:xfrm flipV="1">
            <a:off x="2139629" y="2502841"/>
            <a:ext cx="564125" cy="1786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Oval 149">
            <a:extLst>
              <a:ext uri="{FF2B5EF4-FFF2-40B4-BE49-F238E27FC236}">
                <a16:creationId xmlns:a16="http://schemas.microsoft.com/office/drawing/2014/main" id="{D894642E-FF5F-832B-6A7A-EE776595BA49}"/>
              </a:ext>
            </a:extLst>
          </p:cNvPr>
          <p:cNvSpPr/>
          <p:nvPr/>
        </p:nvSpPr>
        <p:spPr>
          <a:xfrm>
            <a:off x="1933563" y="2611520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34D34120-D718-0ED9-EA13-B317DEDDCEE5}"/>
              </a:ext>
            </a:extLst>
          </p:cNvPr>
          <p:cNvSpPr/>
          <p:nvPr/>
        </p:nvSpPr>
        <p:spPr>
          <a:xfrm>
            <a:off x="1647376" y="2822989"/>
            <a:ext cx="837799" cy="2597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rating</a:t>
            </a:r>
          </a:p>
        </p:txBody>
      </p: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53390534-F0EA-19CD-F64D-358943CFF375}"/>
              </a:ext>
            </a:extLst>
          </p:cNvPr>
          <p:cNvCxnSpPr>
            <a:cxnSpLocks/>
          </p:cNvCxnSpPr>
          <p:nvPr/>
        </p:nvCxnSpPr>
        <p:spPr>
          <a:xfrm>
            <a:off x="2264956" y="3773292"/>
            <a:ext cx="57966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399B37C4-C22E-5374-C4D0-40BC99B5C43A}"/>
              </a:ext>
            </a:extLst>
          </p:cNvPr>
          <p:cNvCxnSpPr>
            <a:cxnSpLocks/>
          </p:cNvCxnSpPr>
          <p:nvPr/>
        </p:nvCxnSpPr>
        <p:spPr>
          <a:xfrm>
            <a:off x="2264956" y="3546179"/>
            <a:ext cx="57966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CEA59539-9BFA-C54E-3377-2A8291C037AF}"/>
              </a:ext>
            </a:extLst>
          </p:cNvPr>
          <p:cNvCxnSpPr>
            <a:cxnSpLocks/>
          </p:cNvCxnSpPr>
          <p:nvPr/>
        </p:nvCxnSpPr>
        <p:spPr>
          <a:xfrm>
            <a:off x="2264956" y="4002170"/>
            <a:ext cx="57966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Oval 157">
            <a:extLst>
              <a:ext uri="{FF2B5EF4-FFF2-40B4-BE49-F238E27FC236}">
                <a16:creationId xmlns:a16="http://schemas.microsoft.com/office/drawing/2014/main" id="{76A99270-8067-9EA6-8853-0AC149546DBE}"/>
              </a:ext>
            </a:extLst>
          </p:cNvPr>
          <p:cNvSpPr/>
          <p:nvPr/>
        </p:nvSpPr>
        <p:spPr>
          <a:xfrm>
            <a:off x="2042182" y="3432813"/>
            <a:ext cx="216000" cy="216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08D210D9-3E59-8D52-81B1-9302A98B2B9D}"/>
              </a:ext>
            </a:extLst>
          </p:cNvPr>
          <p:cNvSpPr/>
          <p:nvPr/>
        </p:nvSpPr>
        <p:spPr>
          <a:xfrm>
            <a:off x="2044605" y="3665382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BF2B12DD-B8A6-177B-7C68-AC527ADE2ED5}"/>
              </a:ext>
            </a:extLst>
          </p:cNvPr>
          <p:cNvSpPr/>
          <p:nvPr/>
        </p:nvSpPr>
        <p:spPr>
          <a:xfrm>
            <a:off x="2044413" y="3898021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7AE44C0B-F105-4A8B-33C8-11F95E0CCAF0}"/>
              </a:ext>
            </a:extLst>
          </p:cNvPr>
          <p:cNvSpPr/>
          <p:nvPr/>
        </p:nvSpPr>
        <p:spPr>
          <a:xfrm>
            <a:off x="1190232" y="3420935"/>
            <a:ext cx="837799" cy="2597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12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E25C5EFE-E877-4F6D-44E7-4D3EA590EF6C}"/>
              </a:ext>
            </a:extLst>
          </p:cNvPr>
          <p:cNvSpPr/>
          <p:nvPr/>
        </p:nvSpPr>
        <p:spPr>
          <a:xfrm>
            <a:off x="1190231" y="3650473"/>
            <a:ext cx="837799" cy="2597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12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address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AC3DD476-EEE2-402B-4A78-B85934709231}"/>
              </a:ext>
            </a:extLst>
          </p:cNvPr>
          <p:cNvSpPr/>
          <p:nvPr/>
        </p:nvSpPr>
        <p:spPr>
          <a:xfrm>
            <a:off x="1190231" y="3872319"/>
            <a:ext cx="837799" cy="2597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12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</a:t>
            </a:r>
          </a:p>
        </p:txBody>
      </p: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DE14E398-0B2E-6988-541B-A129A6388DA6}"/>
              </a:ext>
            </a:extLst>
          </p:cNvPr>
          <p:cNvCxnSpPr>
            <a:cxnSpLocks/>
          </p:cNvCxnSpPr>
          <p:nvPr/>
        </p:nvCxnSpPr>
        <p:spPr>
          <a:xfrm>
            <a:off x="6563441" y="3546179"/>
            <a:ext cx="57966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37CD805C-D201-9E18-727B-70E89D25789B}"/>
              </a:ext>
            </a:extLst>
          </p:cNvPr>
          <p:cNvCxnSpPr>
            <a:cxnSpLocks/>
          </p:cNvCxnSpPr>
          <p:nvPr/>
        </p:nvCxnSpPr>
        <p:spPr>
          <a:xfrm>
            <a:off x="6555723" y="3785638"/>
            <a:ext cx="57966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67125387-F880-3FBD-DFF1-1691A9CB6074}"/>
              </a:ext>
            </a:extLst>
          </p:cNvPr>
          <p:cNvCxnSpPr>
            <a:cxnSpLocks/>
          </p:cNvCxnSpPr>
          <p:nvPr/>
        </p:nvCxnSpPr>
        <p:spPr>
          <a:xfrm>
            <a:off x="6555723" y="4016514"/>
            <a:ext cx="57966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7D7219B3-FB39-A681-7A16-A352D6865BCB}"/>
              </a:ext>
            </a:extLst>
          </p:cNvPr>
          <p:cNvSpPr/>
          <p:nvPr/>
        </p:nvSpPr>
        <p:spPr>
          <a:xfrm>
            <a:off x="6723333" y="3422188"/>
            <a:ext cx="216000" cy="216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6326637A-0977-6AA8-9DB4-6F465C15B682}"/>
              </a:ext>
            </a:extLst>
          </p:cNvPr>
          <p:cNvSpPr/>
          <p:nvPr/>
        </p:nvSpPr>
        <p:spPr>
          <a:xfrm>
            <a:off x="7144550" y="3433533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/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BE85D2BF-948E-6BD2-13EC-F6BC8EDB9930}"/>
              </a:ext>
            </a:extLst>
          </p:cNvPr>
          <p:cNvSpPr/>
          <p:nvPr/>
        </p:nvSpPr>
        <p:spPr>
          <a:xfrm>
            <a:off x="7145225" y="3908514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384D7E24-E5BD-4D1F-B0A1-2E4E4CC6917E}"/>
              </a:ext>
            </a:extLst>
          </p:cNvPr>
          <p:cNvSpPr/>
          <p:nvPr/>
        </p:nvSpPr>
        <p:spPr>
          <a:xfrm>
            <a:off x="7367691" y="3400337"/>
            <a:ext cx="837799" cy="2597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2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</a:t>
            </a: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A29BB271-4EBC-393C-D235-71CF521FA2E0}"/>
              </a:ext>
            </a:extLst>
          </p:cNvPr>
          <p:cNvSpPr/>
          <p:nvPr/>
        </p:nvSpPr>
        <p:spPr>
          <a:xfrm>
            <a:off x="7366821" y="3638320"/>
            <a:ext cx="1373375" cy="2597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2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appellation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C8498A83-1BC4-7C24-7BAD-505DC6BDB426}"/>
              </a:ext>
            </a:extLst>
          </p:cNvPr>
          <p:cNvSpPr/>
          <p:nvPr/>
        </p:nvSpPr>
        <p:spPr>
          <a:xfrm>
            <a:off x="7367691" y="3872318"/>
            <a:ext cx="837799" cy="2597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2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vintage</a:t>
            </a:r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DFF7BCB3-8196-21C3-F806-72E45792504A}"/>
              </a:ext>
            </a:extLst>
          </p:cNvPr>
          <p:cNvSpPr/>
          <p:nvPr/>
        </p:nvSpPr>
        <p:spPr>
          <a:xfrm>
            <a:off x="7143103" y="3672323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/>
          </a:p>
        </p:txBody>
      </p:sp>
      <p:sp>
        <p:nvSpPr>
          <p:cNvPr id="174" name="Oval 173">
            <a:extLst>
              <a:ext uri="{FF2B5EF4-FFF2-40B4-BE49-F238E27FC236}">
                <a16:creationId xmlns:a16="http://schemas.microsoft.com/office/drawing/2014/main" id="{E4195FD8-A526-2124-AC9B-7B84024AAB94}"/>
              </a:ext>
            </a:extLst>
          </p:cNvPr>
          <p:cNvSpPr/>
          <p:nvPr/>
        </p:nvSpPr>
        <p:spPr>
          <a:xfrm>
            <a:off x="6723333" y="3665382"/>
            <a:ext cx="216000" cy="216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/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9E505E35-117B-4394-0941-951B79C09E5D}"/>
              </a:ext>
            </a:extLst>
          </p:cNvPr>
          <p:cNvSpPr/>
          <p:nvPr/>
        </p:nvSpPr>
        <p:spPr>
          <a:xfrm>
            <a:off x="6723333" y="3908688"/>
            <a:ext cx="216000" cy="216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/>
          </a:p>
        </p:txBody>
      </p: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87B26C40-2B0D-0D91-1D04-08B859FE7178}"/>
              </a:ext>
            </a:extLst>
          </p:cNvPr>
          <p:cNvCxnSpPr>
            <a:cxnSpLocks/>
            <a:stCxn id="167" idx="4"/>
            <a:endCxn id="175" idx="0"/>
          </p:cNvCxnSpPr>
          <p:nvPr/>
        </p:nvCxnSpPr>
        <p:spPr>
          <a:xfrm>
            <a:off x="6831333" y="3638188"/>
            <a:ext cx="0" cy="270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Oval 180">
            <a:extLst>
              <a:ext uri="{FF2B5EF4-FFF2-40B4-BE49-F238E27FC236}">
                <a16:creationId xmlns:a16="http://schemas.microsoft.com/office/drawing/2014/main" id="{2B3DE8AA-18CE-5284-8F36-126F699C390B}"/>
              </a:ext>
            </a:extLst>
          </p:cNvPr>
          <p:cNvSpPr/>
          <p:nvPr/>
        </p:nvSpPr>
        <p:spPr>
          <a:xfrm>
            <a:off x="7143103" y="4275495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/>
          </a:p>
        </p:txBody>
      </p: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E0E3CF51-AA1E-F4DC-0307-2F97420970CA}"/>
              </a:ext>
            </a:extLst>
          </p:cNvPr>
          <p:cNvCxnSpPr>
            <a:cxnSpLocks/>
            <a:endCxn id="181" idx="2"/>
          </p:cNvCxnSpPr>
          <p:nvPr/>
        </p:nvCxnSpPr>
        <p:spPr>
          <a:xfrm>
            <a:off x="6563441" y="4211374"/>
            <a:ext cx="579662" cy="1721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DAF4EEFA-29F4-4912-E677-014156FD586A}"/>
              </a:ext>
            </a:extLst>
          </p:cNvPr>
          <p:cNvSpPr/>
          <p:nvPr/>
        </p:nvSpPr>
        <p:spPr>
          <a:xfrm>
            <a:off x="7367691" y="4253644"/>
            <a:ext cx="837799" cy="2597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2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others…</a:t>
            </a:r>
          </a:p>
        </p:txBody>
      </p: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A1875EC6-953A-65D2-FE23-A929AF5E6996}"/>
              </a:ext>
            </a:extLst>
          </p:cNvPr>
          <p:cNvCxnSpPr>
            <a:cxnSpLocks/>
            <a:stCxn id="188" idx="2"/>
          </p:cNvCxnSpPr>
          <p:nvPr/>
        </p:nvCxnSpPr>
        <p:spPr>
          <a:xfrm flipH="1">
            <a:off x="6555723" y="680392"/>
            <a:ext cx="583220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Oval 187">
            <a:extLst>
              <a:ext uri="{FF2B5EF4-FFF2-40B4-BE49-F238E27FC236}">
                <a16:creationId xmlns:a16="http://schemas.microsoft.com/office/drawing/2014/main" id="{F5B0E19B-B6B2-D1EC-4909-E7CF610F0E14}"/>
              </a:ext>
            </a:extLst>
          </p:cNvPr>
          <p:cNvSpPr/>
          <p:nvPr/>
        </p:nvSpPr>
        <p:spPr>
          <a:xfrm>
            <a:off x="7138943" y="572392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66B20ED0-1CB9-6CF6-C19F-FE0CE3119804}"/>
              </a:ext>
            </a:extLst>
          </p:cNvPr>
          <p:cNvSpPr/>
          <p:nvPr/>
        </p:nvSpPr>
        <p:spPr>
          <a:xfrm>
            <a:off x="7367691" y="525786"/>
            <a:ext cx="1586065" cy="2597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2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in_cellar</a:t>
            </a:r>
            <a:endParaRPr lang="en-GB" sz="12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B63E7117-C333-9391-CCD9-2CA8E2CAF798}"/>
              </a:ext>
            </a:extLst>
          </p:cNvPr>
          <p:cNvCxnSpPr>
            <a:cxnSpLocks/>
          </p:cNvCxnSpPr>
          <p:nvPr/>
        </p:nvCxnSpPr>
        <p:spPr>
          <a:xfrm>
            <a:off x="6561994" y="1065978"/>
            <a:ext cx="57966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Oval 193">
            <a:extLst>
              <a:ext uri="{FF2B5EF4-FFF2-40B4-BE49-F238E27FC236}">
                <a16:creationId xmlns:a16="http://schemas.microsoft.com/office/drawing/2014/main" id="{0E032830-6851-A697-D424-C00401F800CD}"/>
              </a:ext>
            </a:extLst>
          </p:cNvPr>
          <p:cNvSpPr/>
          <p:nvPr/>
        </p:nvSpPr>
        <p:spPr>
          <a:xfrm>
            <a:off x="6856678" y="953332"/>
            <a:ext cx="216000" cy="216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/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D8B2CBDF-BE0F-024E-C78F-0D823A27C195}"/>
              </a:ext>
            </a:extLst>
          </p:cNvPr>
          <p:cNvSpPr/>
          <p:nvPr/>
        </p:nvSpPr>
        <p:spPr>
          <a:xfrm>
            <a:off x="7143103" y="953332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88CF1426-6CCA-6B2E-CCED-9B7D949A2A00}"/>
              </a:ext>
            </a:extLst>
          </p:cNvPr>
          <p:cNvSpPr/>
          <p:nvPr/>
        </p:nvSpPr>
        <p:spPr>
          <a:xfrm>
            <a:off x="7367691" y="921100"/>
            <a:ext cx="1586065" cy="2597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2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80050F02-5B9C-6B29-5F2F-24FC9194F487}"/>
              </a:ext>
            </a:extLst>
          </p:cNvPr>
          <p:cNvSpPr/>
          <p:nvPr/>
        </p:nvSpPr>
        <p:spPr>
          <a:xfrm>
            <a:off x="5812547" y="2898498"/>
            <a:ext cx="216000" cy="216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/>
          </a:p>
        </p:txBody>
      </p: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01E6128-1DF8-A5F3-B374-31D40633BC73}"/>
              </a:ext>
            </a:extLst>
          </p:cNvPr>
          <p:cNvCxnSpPr>
            <a:cxnSpLocks/>
            <a:endCxn id="194" idx="4"/>
          </p:cNvCxnSpPr>
          <p:nvPr/>
        </p:nvCxnSpPr>
        <p:spPr>
          <a:xfrm flipV="1">
            <a:off x="6964678" y="1169332"/>
            <a:ext cx="0" cy="18371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E3A62CD1-2941-B241-D5F3-703263253E31}"/>
              </a:ext>
            </a:extLst>
          </p:cNvPr>
          <p:cNvCxnSpPr>
            <a:cxnSpLocks/>
          </p:cNvCxnSpPr>
          <p:nvPr/>
        </p:nvCxnSpPr>
        <p:spPr>
          <a:xfrm>
            <a:off x="6028547" y="3006498"/>
            <a:ext cx="936131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7620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F7AA5322-753D-4D29-5390-5D8408D966D7}"/>
              </a:ext>
            </a:extLst>
          </p:cNvPr>
          <p:cNvGrpSpPr/>
          <p:nvPr/>
        </p:nvGrpSpPr>
        <p:grpSpPr>
          <a:xfrm>
            <a:off x="1582960" y="317783"/>
            <a:ext cx="1260000" cy="900000"/>
            <a:chOff x="3074504" y="1020417"/>
            <a:chExt cx="1260000" cy="46799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798249C-4602-0E45-9A25-A13C28382B91}"/>
                </a:ext>
              </a:extLst>
            </p:cNvPr>
            <p:cNvSpPr/>
            <p:nvPr/>
          </p:nvSpPr>
          <p:spPr>
            <a:xfrm>
              <a:off x="3074504" y="1020417"/>
              <a:ext cx="1260000" cy="467999"/>
            </a:xfrm>
            <a:prstGeom prst="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dirty="0">
                <a:latin typeface="Arial Narrow" panose="020B0606020202030204" pitchFamily="34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F70C0FF-0568-3A86-1955-2AA05C5BBB42}"/>
                </a:ext>
              </a:extLst>
            </p:cNvPr>
            <p:cNvSpPr txBox="1"/>
            <p:nvPr/>
          </p:nvSpPr>
          <p:spPr>
            <a:xfrm>
              <a:off x="3387778" y="1151004"/>
              <a:ext cx="633507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SG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Team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F62FD9E-3CF1-9DCB-5CB7-42E09F5707BD}"/>
              </a:ext>
            </a:extLst>
          </p:cNvPr>
          <p:cNvGrpSpPr/>
          <p:nvPr/>
        </p:nvGrpSpPr>
        <p:grpSpPr>
          <a:xfrm>
            <a:off x="1582960" y="5640217"/>
            <a:ext cx="1260000" cy="900000"/>
            <a:chOff x="3074504" y="1020417"/>
            <a:chExt cx="1260000" cy="467999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448643D-A87B-34FE-93BB-6B806DF3B422}"/>
                </a:ext>
              </a:extLst>
            </p:cNvPr>
            <p:cNvSpPr/>
            <p:nvPr/>
          </p:nvSpPr>
          <p:spPr>
            <a:xfrm>
              <a:off x="3074504" y="1020417"/>
              <a:ext cx="1260000" cy="467999"/>
            </a:xfrm>
            <a:prstGeom prst="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dirty="0">
                <a:latin typeface="Arial Narrow" panose="020B060602020203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C13D071-9CD8-4A7F-47C2-D4F4D9AA476C}"/>
                </a:ext>
              </a:extLst>
            </p:cNvPr>
            <p:cNvSpPr txBox="1"/>
            <p:nvPr/>
          </p:nvSpPr>
          <p:spPr>
            <a:xfrm>
              <a:off x="3219467" y="1151004"/>
              <a:ext cx="970137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SG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Country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1900B14-756C-2823-70DC-C713ED97CBD6}"/>
              </a:ext>
            </a:extLst>
          </p:cNvPr>
          <p:cNvGrpSpPr/>
          <p:nvPr/>
        </p:nvGrpSpPr>
        <p:grpSpPr>
          <a:xfrm>
            <a:off x="1042625" y="478912"/>
            <a:ext cx="540335" cy="180000"/>
            <a:chOff x="1042625" y="478912"/>
            <a:chExt cx="540335" cy="180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5F24C69-8F98-2BBA-98D1-EB8C340F832B}"/>
                </a:ext>
              </a:extLst>
            </p:cNvPr>
            <p:cNvCxnSpPr>
              <a:cxnSpLocks/>
            </p:cNvCxnSpPr>
            <p:nvPr/>
          </p:nvCxnSpPr>
          <p:spPr>
            <a:xfrm>
              <a:off x="1222625" y="568912"/>
              <a:ext cx="36033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4DA3A253-1376-B295-B4C1-D7FEC144FD9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2625" y="478912"/>
              <a:ext cx="180000" cy="180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9AD6DD65-4E97-2C2A-1517-0A451CF9F942}"/>
              </a:ext>
            </a:extLst>
          </p:cNvPr>
          <p:cNvSpPr/>
          <p:nvPr/>
        </p:nvSpPr>
        <p:spPr>
          <a:xfrm>
            <a:off x="163973" y="478912"/>
            <a:ext cx="878652" cy="18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11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team name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48E2A38-BEA2-CA1D-1534-F3603E5F46B8}"/>
              </a:ext>
            </a:extLst>
          </p:cNvPr>
          <p:cNvGrpSpPr/>
          <p:nvPr/>
        </p:nvGrpSpPr>
        <p:grpSpPr>
          <a:xfrm>
            <a:off x="1042625" y="6000217"/>
            <a:ext cx="540335" cy="180000"/>
            <a:chOff x="1042625" y="478912"/>
            <a:chExt cx="540335" cy="180000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D6F2659-5060-2580-EF2D-4296C070BFEA}"/>
                </a:ext>
              </a:extLst>
            </p:cNvPr>
            <p:cNvCxnSpPr>
              <a:cxnSpLocks/>
            </p:cNvCxnSpPr>
            <p:nvPr/>
          </p:nvCxnSpPr>
          <p:spPr>
            <a:xfrm>
              <a:off x="1222625" y="568912"/>
              <a:ext cx="36033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6456862-4AE3-2ECF-4BB7-CA33596312A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2625" y="478912"/>
              <a:ext cx="180000" cy="180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B1B39A8-CF3C-007E-5EE3-CD7C56FFD395}"/>
              </a:ext>
            </a:extLst>
          </p:cNvPr>
          <p:cNvGrpSpPr/>
          <p:nvPr/>
        </p:nvGrpSpPr>
        <p:grpSpPr>
          <a:xfrm>
            <a:off x="1042625" y="5732655"/>
            <a:ext cx="540335" cy="180000"/>
            <a:chOff x="1042625" y="478912"/>
            <a:chExt cx="540335" cy="180000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EAB8937-993E-361C-18A4-6DB0ED40D58B}"/>
                </a:ext>
              </a:extLst>
            </p:cNvPr>
            <p:cNvCxnSpPr>
              <a:cxnSpLocks/>
            </p:cNvCxnSpPr>
            <p:nvPr/>
          </p:nvCxnSpPr>
          <p:spPr>
            <a:xfrm>
              <a:off x="1222625" y="568912"/>
              <a:ext cx="36033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0BFFABF-0BDA-9201-ED16-3EC6BDC1041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2625" y="478912"/>
              <a:ext cx="180000" cy="180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589E303-A54B-ED8D-49E2-2278FCE1A5AD}"/>
              </a:ext>
            </a:extLst>
          </p:cNvPr>
          <p:cNvGrpSpPr/>
          <p:nvPr/>
        </p:nvGrpSpPr>
        <p:grpSpPr>
          <a:xfrm>
            <a:off x="1042625" y="6267778"/>
            <a:ext cx="540335" cy="180000"/>
            <a:chOff x="1042625" y="6267778"/>
            <a:chExt cx="540335" cy="180000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ABB09B3-04AA-B9A1-78F8-C49E8C1590E8}"/>
                </a:ext>
              </a:extLst>
            </p:cNvPr>
            <p:cNvCxnSpPr>
              <a:cxnSpLocks/>
            </p:cNvCxnSpPr>
            <p:nvPr/>
          </p:nvCxnSpPr>
          <p:spPr>
            <a:xfrm>
              <a:off x="1222625" y="6357778"/>
              <a:ext cx="36033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2CCE4618-F97B-6067-FE01-C70D1EA997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2625" y="6267778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ADDFC4F-ECF7-84F6-3E60-B5CA43437429}"/>
              </a:ext>
            </a:extLst>
          </p:cNvPr>
          <p:cNvSpPr/>
          <p:nvPr/>
        </p:nvSpPr>
        <p:spPr>
          <a:xfrm>
            <a:off x="-70425" y="6000217"/>
            <a:ext cx="1112883" cy="18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11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country name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AE919AC-1F69-9938-4FDB-13D86EF769F3}"/>
              </a:ext>
            </a:extLst>
          </p:cNvPr>
          <p:cNvSpPr/>
          <p:nvPr/>
        </p:nvSpPr>
        <p:spPr>
          <a:xfrm>
            <a:off x="163973" y="6267778"/>
            <a:ext cx="878652" cy="18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11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region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B74FAA3-8E36-8340-AEEB-85A83379D945}"/>
              </a:ext>
            </a:extLst>
          </p:cNvPr>
          <p:cNvSpPr/>
          <p:nvPr/>
        </p:nvSpPr>
        <p:spPr>
          <a:xfrm>
            <a:off x="-70425" y="5732655"/>
            <a:ext cx="1113050" cy="18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11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country code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24E55E1-596F-9F3B-73D9-D823B2926801}"/>
              </a:ext>
            </a:extLst>
          </p:cNvPr>
          <p:cNvGrpSpPr/>
          <p:nvPr/>
        </p:nvGrpSpPr>
        <p:grpSpPr>
          <a:xfrm>
            <a:off x="1312960" y="2979000"/>
            <a:ext cx="1800000" cy="900000"/>
            <a:chOff x="3074504" y="1020417"/>
            <a:chExt cx="1260000" cy="468000"/>
          </a:xfrm>
        </p:grpSpPr>
        <p:sp>
          <p:nvSpPr>
            <p:cNvPr id="35" name="Diamond 34">
              <a:extLst>
                <a:ext uri="{FF2B5EF4-FFF2-40B4-BE49-F238E27FC236}">
                  <a16:creationId xmlns:a16="http://schemas.microsoft.com/office/drawing/2014/main" id="{11D9FF52-CCEB-92ED-B82A-AD188334FA22}"/>
                </a:ext>
              </a:extLst>
            </p:cNvPr>
            <p:cNvSpPr/>
            <p:nvPr/>
          </p:nvSpPr>
          <p:spPr>
            <a:xfrm>
              <a:off x="3074504" y="1020417"/>
              <a:ext cx="1260000" cy="468000"/>
            </a:xfrm>
            <a:prstGeom prst="diamond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sz="1600">
                <a:latin typeface="Arial Narrow" panose="020B0606020202030204" pitchFamily="34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CC0249A-7857-7E28-9B62-4245E1791B8C}"/>
                </a:ext>
              </a:extLst>
            </p:cNvPr>
            <p:cNvSpPr txBox="1"/>
            <p:nvPr/>
          </p:nvSpPr>
          <p:spPr>
            <a:xfrm>
              <a:off x="3286433" y="1163645"/>
              <a:ext cx="836191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Represent</a:t>
              </a:r>
              <a:endParaRPr lang="en-SG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3233FED-0B32-8D97-FEE7-EDEB21AB11B9}"/>
              </a:ext>
            </a:extLst>
          </p:cNvPr>
          <p:cNvCxnSpPr>
            <a:cxnSpLocks/>
            <a:stCxn id="35" idx="0"/>
            <a:endCxn id="8" idx="2"/>
          </p:cNvCxnSpPr>
          <p:nvPr/>
        </p:nvCxnSpPr>
        <p:spPr>
          <a:xfrm flipV="1">
            <a:off x="2212960" y="1217783"/>
            <a:ext cx="0" cy="17612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D00F2CF-7E9F-AF23-67B7-188D9AA20FBD}"/>
              </a:ext>
            </a:extLst>
          </p:cNvPr>
          <p:cNvCxnSpPr>
            <a:cxnSpLocks/>
            <a:stCxn id="11" idx="0"/>
            <a:endCxn id="35" idx="2"/>
          </p:cNvCxnSpPr>
          <p:nvPr/>
        </p:nvCxnSpPr>
        <p:spPr>
          <a:xfrm flipV="1">
            <a:off x="2212960" y="3879000"/>
            <a:ext cx="0" cy="17612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5A457F4-A225-4C4F-9C26-811651AC5649}"/>
              </a:ext>
            </a:extLst>
          </p:cNvPr>
          <p:cNvSpPr txBox="1"/>
          <p:nvPr/>
        </p:nvSpPr>
        <p:spPr>
          <a:xfrm>
            <a:off x="1697224" y="1207302"/>
            <a:ext cx="569387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SG" sz="1100" dirty="0">
                <a:latin typeface="Consolas" panose="020B0609020204030204" pitchFamily="49" charset="0"/>
                <a:cs typeface="Consolas" panose="020B0609020204030204" pitchFamily="49" charset="0"/>
              </a:rPr>
              <a:t>(1,1)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A82EA5B-A08D-85B9-107E-274F597C6F56}"/>
              </a:ext>
            </a:extLst>
          </p:cNvPr>
          <p:cNvSpPr txBox="1"/>
          <p:nvPr/>
        </p:nvSpPr>
        <p:spPr>
          <a:xfrm>
            <a:off x="1697225" y="5389087"/>
            <a:ext cx="569387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SG" sz="1100" dirty="0">
                <a:latin typeface="Consolas" panose="020B0609020204030204" pitchFamily="49" charset="0"/>
                <a:cs typeface="Consolas" panose="020B0609020204030204" pitchFamily="49" charset="0"/>
              </a:rPr>
              <a:t>(0,n)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202D060-BBBE-2446-3EBA-40932E79A007}"/>
              </a:ext>
            </a:extLst>
          </p:cNvPr>
          <p:cNvGrpSpPr/>
          <p:nvPr/>
        </p:nvGrpSpPr>
        <p:grpSpPr>
          <a:xfrm>
            <a:off x="4482502" y="2979000"/>
            <a:ext cx="1260000" cy="900000"/>
            <a:chOff x="3074504" y="1020417"/>
            <a:chExt cx="1260000" cy="467999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C7A478D9-10C2-D05C-8627-C3D11C4B65B8}"/>
                </a:ext>
              </a:extLst>
            </p:cNvPr>
            <p:cNvSpPr/>
            <p:nvPr/>
          </p:nvSpPr>
          <p:spPr>
            <a:xfrm>
              <a:off x="3074504" y="1020417"/>
              <a:ext cx="1260000" cy="467999"/>
            </a:xfrm>
            <a:prstGeom prst="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dirty="0">
                <a:latin typeface="Arial Narrow" panose="020B0606020202030204" pitchFamily="34" charset="0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4EA3E3-0965-8B1A-4F1B-FA0C5A5361F9}"/>
                </a:ext>
              </a:extLst>
            </p:cNvPr>
            <p:cNvSpPr txBox="1"/>
            <p:nvPr/>
          </p:nvSpPr>
          <p:spPr>
            <a:xfrm>
              <a:off x="3331674" y="1151004"/>
              <a:ext cx="745717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SG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Rider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73A5235-4355-219B-A5EE-8CA439B4B3BD}"/>
              </a:ext>
            </a:extLst>
          </p:cNvPr>
          <p:cNvGrpSpPr/>
          <p:nvPr/>
        </p:nvGrpSpPr>
        <p:grpSpPr>
          <a:xfrm>
            <a:off x="4212502" y="1658905"/>
            <a:ext cx="1800000" cy="900000"/>
            <a:chOff x="3074504" y="1020417"/>
            <a:chExt cx="1260000" cy="468000"/>
          </a:xfrm>
        </p:grpSpPr>
        <p:sp>
          <p:nvSpPr>
            <p:cNvPr id="49" name="Diamond 48">
              <a:extLst>
                <a:ext uri="{FF2B5EF4-FFF2-40B4-BE49-F238E27FC236}">
                  <a16:creationId xmlns:a16="http://schemas.microsoft.com/office/drawing/2014/main" id="{0ED186D7-9BDC-9195-EB9B-1672A3BE138C}"/>
                </a:ext>
              </a:extLst>
            </p:cNvPr>
            <p:cNvSpPr/>
            <p:nvPr/>
          </p:nvSpPr>
          <p:spPr>
            <a:xfrm>
              <a:off x="3074504" y="1020417"/>
              <a:ext cx="1260000" cy="468000"/>
            </a:xfrm>
            <a:prstGeom prst="diamond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sz="1600">
                <a:latin typeface="Arial Narrow" panose="020B0606020202030204" pitchFamily="34" charset="0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3AB6F6EF-B042-BD6F-CE05-E1CAC473005F}"/>
                </a:ext>
              </a:extLst>
            </p:cNvPr>
            <p:cNvSpPr txBox="1"/>
            <p:nvPr/>
          </p:nvSpPr>
          <p:spPr>
            <a:xfrm>
              <a:off x="3364988" y="1163645"/>
              <a:ext cx="679096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Consist</a:t>
              </a:r>
              <a:endParaRPr lang="en-SG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D9D5B0A-D7BB-3369-1536-32B4EEDF2659}"/>
              </a:ext>
            </a:extLst>
          </p:cNvPr>
          <p:cNvGrpSpPr/>
          <p:nvPr/>
        </p:nvGrpSpPr>
        <p:grpSpPr>
          <a:xfrm>
            <a:off x="4212502" y="4320122"/>
            <a:ext cx="1800000" cy="900000"/>
            <a:chOff x="3074504" y="1020417"/>
            <a:chExt cx="1260000" cy="468000"/>
          </a:xfrm>
        </p:grpSpPr>
        <p:sp>
          <p:nvSpPr>
            <p:cNvPr id="52" name="Diamond 51">
              <a:extLst>
                <a:ext uri="{FF2B5EF4-FFF2-40B4-BE49-F238E27FC236}">
                  <a16:creationId xmlns:a16="http://schemas.microsoft.com/office/drawing/2014/main" id="{14809D17-CDC8-DE91-92D4-9D5E77018BB8}"/>
                </a:ext>
              </a:extLst>
            </p:cNvPr>
            <p:cNvSpPr/>
            <p:nvPr/>
          </p:nvSpPr>
          <p:spPr>
            <a:xfrm>
              <a:off x="3074504" y="1020417"/>
              <a:ext cx="1260000" cy="468000"/>
            </a:xfrm>
            <a:prstGeom prst="diamond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sz="1600">
                <a:latin typeface="Arial Narrow" panose="020B0606020202030204" pitchFamily="34" charset="0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CB66DBA-98E1-36E6-3186-98EF938DEEB0}"/>
                </a:ext>
              </a:extLst>
            </p:cNvPr>
            <p:cNvSpPr txBox="1"/>
            <p:nvPr/>
          </p:nvSpPr>
          <p:spPr>
            <a:xfrm>
              <a:off x="3207890" y="1163645"/>
              <a:ext cx="993285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Nationality</a:t>
              </a:r>
              <a:endParaRPr lang="en-SG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EC8D3C4B-A9D2-ECF8-A8B6-A90E1460A3A8}"/>
              </a:ext>
            </a:extLst>
          </p:cNvPr>
          <p:cNvCxnSpPr>
            <a:cxnSpLocks/>
            <a:stCxn id="46" idx="0"/>
            <a:endCxn id="49" idx="2"/>
          </p:cNvCxnSpPr>
          <p:nvPr/>
        </p:nvCxnSpPr>
        <p:spPr>
          <a:xfrm flipV="1">
            <a:off x="5112502" y="2558905"/>
            <a:ext cx="0" cy="4200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AE01252-AA3C-1399-EF7E-31A9E47D72E2}"/>
              </a:ext>
            </a:extLst>
          </p:cNvPr>
          <p:cNvCxnSpPr>
            <a:cxnSpLocks/>
          </p:cNvCxnSpPr>
          <p:nvPr/>
        </p:nvCxnSpPr>
        <p:spPr>
          <a:xfrm flipV="1">
            <a:off x="5112502" y="3889513"/>
            <a:ext cx="0" cy="43060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84D8474A-D8DA-A252-774C-B94260A86041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2842960" y="5220122"/>
            <a:ext cx="2269542" cy="685553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2D49C5F-5B3D-181A-29F6-FFF9C40B0923}"/>
              </a:ext>
            </a:extLst>
          </p:cNvPr>
          <p:cNvCxnSpPr>
            <a:cxnSpLocks/>
            <a:stCxn id="49" idx="0"/>
            <a:endCxn id="8" idx="3"/>
          </p:cNvCxnSpPr>
          <p:nvPr/>
        </p:nvCxnSpPr>
        <p:spPr>
          <a:xfrm rot="16200000" flipV="1">
            <a:off x="3532170" y="78573"/>
            <a:ext cx="891122" cy="2269542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E8862A04-05BF-6D2F-0D12-E4FE24A6280D}"/>
              </a:ext>
            </a:extLst>
          </p:cNvPr>
          <p:cNvSpPr txBox="1"/>
          <p:nvPr/>
        </p:nvSpPr>
        <p:spPr>
          <a:xfrm>
            <a:off x="2810268" y="528107"/>
            <a:ext cx="569387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SG" sz="1100" dirty="0">
                <a:latin typeface="Consolas" panose="020B0609020204030204" pitchFamily="49" charset="0"/>
                <a:cs typeface="Consolas" panose="020B0609020204030204" pitchFamily="49" charset="0"/>
              </a:rPr>
              <a:t>(1,n)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5219399-270C-7AA7-CA14-4DC258408707}"/>
              </a:ext>
            </a:extLst>
          </p:cNvPr>
          <p:cNvSpPr txBox="1"/>
          <p:nvPr/>
        </p:nvSpPr>
        <p:spPr>
          <a:xfrm>
            <a:off x="10309653" y="3895002"/>
            <a:ext cx="569387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SG" sz="1100" dirty="0">
                <a:latin typeface="Consolas" panose="020B0609020204030204" pitchFamily="49" charset="0"/>
                <a:cs typeface="Consolas" panose="020B0609020204030204" pitchFamily="49" charset="0"/>
              </a:rPr>
              <a:t>(1,1)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6A9DA64-3C7D-04E3-7832-D83693006C15}"/>
              </a:ext>
            </a:extLst>
          </p:cNvPr>
          <p:cNvSpPr txBox="1"/>
          <p:nvPr/>
        </p:nvSpPr>
        <p:spPr>
          <a:xfrm>
            <a:off x="4600065" y="3879033"/>
            <a:ext cx="569387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SG" sz="1100" dirty="0">
                <a:latin typeface="Consolas" panose="020B0609020204030204" pitchFamily="49" charset="0"/>
                <a:cs typeface="Consolas" panose="020B0609020204030204" pitchFamily="49" charset="0"/>
              </a:rPr>
              <a:t>(0,1)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DA04089-E1F2-FC73-34EE-4A767D428DBD}"/>
              </a:ext>
            </a:extLst>
          </p:cNvPr>
          <p:cNvSpPr txBox="1"/>
          <p:nvPr/>
        </p:nvSpPr>
        <p:spPr>
          <a:xfrm>
            <a:off x="2782347" y="5640170"/>
            <a:ext cx="569387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SG" sz="1100" dirty="0">
                <a:latin typeface="Consolas" panose="020B0609020204030204" pitchFamily="49" charset="0"/>
                <a:cs typeface="Consolas" panose="020B0609020204030204" pitchFamily="49" charset="0"/>
              </a:rPr>
              <a:t>(0,n)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DC3F55A9-6EC3-0866-1181-231241C3550F}"/>
              </a:ext>
            </a:extLst>
          </p:cNvPr>
          <p:cNvGrpSpPr>
            <a:grpSpLocks noChangeAspect="1"/>
          </p:cNvGrpSpPr>
          <p:nvPr/>
        </p:nvGrpSpPr>
        <p:grpSpPr>
          <a:xfrm>
            <a:off x="3933111" y="3102854"/>
            <a:ext cx="539897" cy="179854"/>
            <a:chOff x="1042625" y="478912"/>
            <a:chExt cx="540335" cy="180000"/>
          </a:xfrm>
        </p:grpSpPr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B066083B-B31E-9331-1287-E1A1418369F4}"/>
                </a:ext>
              </a:extLst>
            </p:cNvPr>
            <p:cNvCxnSpPr>
              <a:cxnSpLocks/>
            </p:cNvCxnSpPr>
            <p:nvPr/>
          </p:nvCxnSpPr>
          <p:spPr>
            <a:xfrm>
              <a:off x="1222625" y="568912"/>
              <a:ext cx="36033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A2639A9D-99B1-020D-06A3-24D446F6199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2625" y="478912"/>
              <a:ext cx="180000" cy="180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37D708D6-D1F3-D9DA-9FE2-547BC26C23EA}"/>
              </a:ext>
            </a:extLst>
          </p:cNvPr>
          <p:cNvGrpSpPr>
            <a:grpSpLocks noChangeAspect="1"/>
          </p:cNvGrpSpPr>
          <p:nvPr/>
        </p:nvGrpSpPr>
        <p:grpSpPr>
          <a:xfrm>
            <a:off x="3933249" y="3323514"/>
            <a:ext cx="540335" cy="180000"/>
            <a:chOff x="1042625" y="6267778"/>
            <a:chExt cx="540335" cy="180000"/>
          </a:xfrm>
        </p:grpSpPr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0DDB3CE8-B593-6905-F1B1-81AFAE4A99BC}"/>
                </a:ext>
              </a:extLst>
            </p:cNvPr>
            <p:cNvCxnSpPr>
              <a:cxnSpLocks/>
            </p:cNvCxnSpPr>
            <p:nvPr/>
          </p:nvCxnSpPr>
          <p:spPr>
            <a:xfrm>
              <a:off x="1222625" y="6357778"/>
              <a:ext cx="36033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28852A85-A220-EF3E-F23A-E96D1EF7837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2625" y="6267778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A4B63AEF-A0F2-A56E-D487-F5DF1FE6E58A}"/>
              </a:ext>
            </a:extLst>
          </p:cNvPr>
          <p:cNvGrpSpPr>
            <a:grpSpLocks noChangeAspect="1"/>
          </p:cNvGrpSpPr>
          <p:nvPr/>
        </p:nvGrpSpPr>
        <p:grpSpPr>
          <a:xfrm>
            <a:off x="3934891" y="3543233"/>
            <a:ext cx="540335" cy="180000"/>
            <a:chOff x="1042625" y="6267778"/>
            <a:chExt cx="540335" cy="180000"/>
          </a:xfrm>
        </p:grpSpPr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B345322C-7B8A-60A9-B4BA-5F8419C92D7A}"/>
                </a:ext>
              </a:extLst>
            </p:cNvPr>
            <p:cNvCxnSpPr>
              <a:cxnSpLocks/>
            </p:cNvCxnSpPr>
            <p:nvPr/>
          </p:nvCxnSpPr>
          <p:spPr>
            <a:xfrm>
              <a:off x="1222625" y="6357778"/>
              <a:ext cx="36033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4C231FCF-6A85-8EC8-FA2D-9313DB5A680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2625" y="6267778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87" name="Rectangle 86">
            <a:extLst>
              <a:ext uri="{FF2B5EF4-FFF2-40B4-BE49-F238E27FC236}">
                <a16:creationId xmlns:a16="http://schemas.microsoft.com/office/drawing/2014/main" id="{2A1CB7E9-DC71-1CCB-C5BE-14F9FEE3C2FE}"/>
              </a:ext>
            </a:extLst>
          </p:cNvPr>
          <p:cNvSpPr/>
          <p:nvPr/>
        </p:nvSpPr>
        <p:spPr>
          <a:xfrm>
            <a:off x="2927965" y="3118221"/>
            <a:ext cx="977120" cy="1799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11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bib number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D8C8EE8D-958E-4055-65A4-FA5F0E6C54F1}"/>
              </a:ext>
            </a:extLst>
          </p:cNvPr>
          <p:cNvSpPr/>
          <p:nvPr/>
        </p:nvSpPr>
        <p:spPr>
          <a:xfrm>
            <a:off x="2925788" y="3333939"/>
            <a:ext cx="977120" cy="1799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11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D04C291-08C3-80B9-25F6-CAC56B23FFD5}"/>
              </a:ext>
            </a:extLst>
          </p:cNvPr>
          <p:cNvSpPr/>
          <p:nvPr/>
        </p:nvSpPr>
        <p:spPr>
          <a:xfrm>
            <a:off x="2925788" y="3543233"/>
            <a:ext cx="977120" cy="1799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11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dob</a:t>
            </a: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02FAC1C1-8431-F6C7-00C9-CFE6CDA8A922}"/>
              </a:ext>
            </a:extLst>
          </p:cNvPr>
          <p:cNvGrpSpPr/>
          <p:nvPr/>
        </p:nvGrpSpPr>
        <p:grpSpPr>
          <a:xfrm>
            <a:off x="9316290" y="5643881"/>
            <a:ext cx="1260000" cy="900000"/>
            <a:chOff x="3074504" y="1020417"/>
            <a:chExt cx="1260000" cy="467999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8EE8FF85-DDAA-FCA0-93C9-4C2D5D444302}"/>
                </a:ext>
              </a:extLst>
            </p:cNvPr>
            <p:cNvSpPr/>
            <p:nvPr/>
          </p:nvSpPr>
          <p:spPr>
            <a:xfrm>
              <a:off x="3074504" y="1020417"/>
              <a:ext cx="1260000" cy="467999"/>
            </a:xfrm>
            <a:prstGeom prst="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dirty="0">
                <a:latin typeface="Arial Narrow" panose="020B0606020202030204" pitchFamily="34" charset="0"/>
              </a:endParaRP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A9C24CD-3DEA-920D-7F03-CCD4688EFE13}"/>
                </a:ext>
              </a:extLst>
            </p:cNvPr>
            <p:cNvSpPr txBox="1"/>
            <p:nvPr/>
          </p:nvSpPr>
          <p:spPr>
            <a:xfrm>
              <a:off x="3163361" y="1151004"/>
              <a:ext cx="1082348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SG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Location</a:t>
              </a:r>
            </a:p>
          </p:txBody>
        </p:sp>
      </p:grpSp>
      <p:sp>
        <p:nvSpPr>
          <p:cNvPr id="98" name="TextBox 97">
            <a:extLst>
              <a:ext uri="{FF2B5EF4-FFF2-40B4-BE49-F238E27FC236}">
                <a16:creationId xmlns:a16="http://schemas.microsoft.com/office/drawing/2014/main" id="{1A146927-6565-7FA4-267B-831A44AD4C97}"/>
              </a:ext>
            </a:extLst>
          </p:cNvPr>
          <p:cNvSpPr txBox="1"/>
          <p:nvPr/>
        </p:nvSpPr>
        <p:spPr>
          <a:xfrm>
            <a:off x="2771316" y="6077761"/>
            <a:ext cx="569387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SG" sz="1100" dirty="0">
                <a:latin typeface="Consolas" panose="020B0609020204030204" pitchFamily="49" charset="0"/>
                <a:cs typeface="Consolas" panose="020B0609020204030204" pitchFamily="49" charset="0"/>
              </a:rPr>
              <a:t>(0,n)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2107666-D975-3ECF-863F-FAD495BB8A65}"/>
              </a:ext>
            </a:extLst>
          </p:cNvPr>
          <p:cNvSpPr txBox="1"/>
          <p:nvPr/>
        </p:nvSpPr>
        <p:spPr>
          <a:xfrm>
            <a:off x="8785855" y="6082924"/>
            <a:ext cx="569387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SG" sz="1100" dirty="0">
                <a:latin typeface="Consolas" panose="020B0609020204030204" pitchFamily="49" charset="0"/>
                <a:cs typeface="Consolas" panose="020B0609020204030204" pitchFamily="49" charset="0"/>
              </a:rPr>
              <a:t>(1,1)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A38FED2E-8885-3C43-4254-7AE5DB6ADF06}"/>
              </a:ext>
            </a:extLst>
          </p:cNvPr>
          <p:cNvGrpSpPr/>
          <p:nvPr/>
        </p:nvGrpSpPr>
        <p:grpSpPr>
          <a:xfrm>
            <a:off x="5180518" y="5640170"/>
            <a:ext cx="1800000" cy="900000"/>
            <a:chOff x="3074504" y="1020417"/>
            <a:chExt cx="1260000" cy="468000"/>
          </a:xfrm>
        </p:grpSpPr>
        <p:sp>
          <p:nvSpPr>
            <p:cNvPr id="102" name="Diamond 101">
              <a:extLst>
                <a:ext uri="{FF2B5EF4-FFF2-40B4-BE49-F238E27FC236}">
                  <a16:creationId xmlns:a16="http://schemas.microsoft.com/office/drawing/2014/main" id="{4A107640-16A1-866B-2374-E4D4700F61F1}"/>
                </a:ext>
              </a:extLst>
            </p:cNvPr>
            <p:cNvSpPr/>
            <p:nvPr/>
          </p:nvSpPr>
          <p:spPr>
            <a:xfrm>
              <a:off x="3074504" y="1020417"/>
              <a:ext cx="1260000" cy="468000"/>
            </a:xfrm>
            <a:prstGeom prst="diamond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sz="1600">
                <a:latin typeface="Arial Narrow" panose="020B0606020202030204" pitchFamily="34" charset="0"/>
              </a:endParaRP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E250C9D-96C6-644C-96DD-EF94EB9BA356}"/>
                </a:ext>
              </a:extLst>
            </p:cNvPr>
            <p:cNvSpPr txBox="1"/>
            <p:nvPr/>
          </p:nvSpPr>
          <p:spPr>
            <a:xfrm>
              <a:off x="3522078" y="1163645"/>
              <a:ext cx="364908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Has</a:t>
              </a:r>
              <a:endParaRPr lang="en-SG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cxnSp>
        <p:nvCxnSpPr>
          <p:cNvPr id="104" name="Straight Connector 57">
            <a:extLst>
              <a:ext uri="{FF2B5EF4-FFF2-40B4-BE49-F238E27FC236}">
                <a16:creationId xmlns:a16="http://schemas.microsoft.com/office/drawing/2014/main" id="{D38D95E9-847C-3CDD-04E5-C4F8C5191FB2}"/>
              </a:ext>
            </a:extLst>
          </p:cNvPr>
          <p:cNvCxnSpPr>
            <a:cxnSpLocks/>
            <a:stCxn id="11" idx="3"/>
            <a:endCxn id="102" idx="1"/>
          </p:cNvCxnSpPr>
          <p:nvPr/>
        </p:nvCxnSpPr>
        <p:spPr>
          <a:xfrm flipV="1">
            <a:off x="2842960" y="6090170"/>
            <a:ext cx="2337558" cy="47"/>
          </a:xfrm>
          <a:prstGeom prst="straightConnector1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57">
            <a:extLst>
              <a:ext uri="{FF2B5EF4-FFF2-40B4-BE49-F238E27FC236}">
                <a16:creationId xmlns:a16="http://schemas.microsoft.com/office/drawing/2014/main" id="{BEC8E0DD-8E8B-3C31-0100-4EC5B7BF2F4C}"/>
              </a:ext>
            </a:extLst>
          </p:cNvPr>
          <p:cNvCxnSpPr>
            <a:cxnSpLocks/>
          </p:cNvCxnSpPr>
          <p:nvPr/>
        </p:nvCxnSpPr>
        <p:spPr>
          <a:xfrm flipV="1">
            <a:off x="6978732" y="6084885"/>
            <a:ext cx="2337558" cy="47"/>
          </a:xfrm>
          <a:prstGeom prst="straightConnector1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36506EF6-6AD4-8883-0E4E-E8432E23F85E}"/>
              </a:ext>
            </a:extLst>
          </p:cNvPr>
          <p:cNvGrpSpPr>
            <a:grpSpLocks noChangeAspect="1"/>
          </p:cNvGrpSpPr>
          <p:nvPr/>
        </p:nvGrpSpPr>
        <p:grpSpPr>
          <a:xfrm flipH="1">
            <a:off x="10573687" y="6000221"/>
            <a:ext cx="540335" cy="180000"/>
            <a:chOff x="1042625" y="478912"/>
            <a:chExt cx="540335" cy="180000"/>
          </a:xfrm>
        </p:grpSpPr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98A8819-352D-0C45-DA56-B5CC3B39C30C}"/>
                </a:ext>
              </a:extLst>
            </p:cNvPr>
            <p:cNvCxnSpPr>
              <a:cxnSpLocks/>
            </p:cNvCxnSpPr>
            <p:nvPr/>
          </p:nvCxnSpPr>
          <p:spPr>
            <a:xfrm>
              <a:off x="1222625" y="568912"/>
              <a:ext cx="36033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ABCC08FB-F974-F5B6-72DA-A3BCBB05B68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2625" y="478912"/>
              <a:ext cx="180000" cy="180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16" name="Rectangle 115">
            <a:extLst>
              <a:ext uri="{FF2B5EF4-FFF2-40B4-BE49-F238E27FC236}">
                <a16:creationId xmlns:a16="http://schemas.microsoft.com/office/drawing/2014/main" id="{C9AAB326-7D88-D001-E405-E93CBBE10B78}"/>
              </a:ext>
            </a:extLst>
          </p:cNvPr>
          <p:cNvSpPr/>
          <p:nvPr/>
        </p:nvSpPr>
        <p:spPr>
          <a:xfrm>
            <a:off x="11106725" y="6000221"/>
            <a:ext cx="977120" cy="1799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1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location name</a:t>
            </a:r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3F57AF76-2F6F-DE8D-1C19-A84C947A644A}"/>
              </a:ext>
            </a:extLst>
          </p:cNvPr>
          <p:cNvGrpSpPr/>
          <p:nvPr/>
        </p:nvGrpSpPr>
        <p:grpSpPr>
          <a:xfrm>
            <a:off x="9316290" y="2979000"/>
            <a:ext cx="1260000" cy="900000"/>
            <a:chOff x="3074504" y="1020417"/>
            <a:chExt cx="1260000" cy="467999"/>
          </a:xfrm>
        </p:grpSpPr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6EB356CC-BF92-CE9E-A61C-136DC7C30445}"/>
                </a:ext>
              </a:extLst>
            </p:cNvPr>
            <p:cNvSpPr/>
            <p:nvPr/>
          </p:nvSpPr>
          <p:spPr>
            <a:xfrm>
              <a:off x="3074504" y="1020417"/>
              <a:ext cx="1260000" cy="467999"/>
            </a:xfrm>
            <a:prstGeom prst="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dirty="0">
                <a:latin typeface="Arial Narrow" panose="020B0606020202030204" pitchFamily="34" charset="0"/>
              </a:endParaRP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EBCBAC38-9A6C-4ED3-FF25-9AE1A474DF2B}"/>
                </a:ext>
              </a:extLst>
            </p:cNvPr>
            <p:cNvSpPr txBox="1"/>
            <p:nvPr/>
          </p:nvSpPr>
          <p:spPr>
            <a:xfrm>
              <a:off x="3331677" y="1151004"/>
              <a:ext cx="745717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SG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Stage</a:t>
              </a:r>
            </a:p>
          </p:txBody>
        </p: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EF5AFD1E-4B99-19E5-81E4-0B5F9D2F1E33}"/>
              </a:ext>
            </a:extLst>
          </p:cNvPr>
          <p:cNvGrpSpPr>
            <a:grpSpLocks noChangeAspect="1"/>
          </p:cNvGrpSpPr>
          <p:nvPr/>
        </p:nvGrpSpPr>
        <p:grpSpPr>
          <a:xfrm flipH="1">
            <a:off x="10573686" y="3238534"/>
            <a:ext cx="540335" cy="180000"/>
            <a:chOff x="1042625" y="478912"/>
            <a:chExt cx="540335" cy="180000"/>
          </a:xfrm>
        </p:grpSpPr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2C219108-2E23-6E51-A0E9-56E06830B6BF}"/>
                </a:ext>
              </a:extLst>
            </p:cNvPr>
            <p:cNvCxnSpPr>
              <a:cxnSpLocks/>
            </p:cNvCxnSpPr>
            <p:nvPr/>
          </p:nvCxnSpPr>
          <p:spPr>
            <a:xfrm>
              <a:off x="1222625" y="568912"/>
              <a:ext cx="36033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D1D3C1C5-4B62-6A44-8A32-3B9A4A0D8B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2625" y="478912"/>
              <a:ext cx="180000" cy="180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1BFD68E-9114-3A28-FC29-1F0213EA9692}"/>
              </a:ext>
            </a:extLst>
          </p:cNvPr>
          <p:cNvGrpSpPr>
            <a:grpSpLocks noChangeAspect="1"/>
          </p:cNvGrpSpPr>
          <p:nvPr/>
        </p:nvGrpSpPr>
        <p:grpSpPr>
          <a:xfrm flipH="1">
            <a:off x="10566389" y="3688532"/>
            <a:ext cx="540335" cy="180000"/>
            <a:chOff x="1042625" y="6267778"/>
            <a:chExt cx="540335" cy="180000"/>
          </a:xfrm>
        </p:grpSpPr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D61F7477-D1F6-97AE-D89B-33D8B5C286A8}"/>
                </a:ext>
              </a:extLst>
            </p:cNvPr>
            <p:cNvCxnSpPr>
              <a:cxnSpLocks/>
            </p:cNvCxnSpPr>
            <p:nvPr/>
          </p:nvCxnSpPr>
          <p:spPr>
            <a:xfrm>
              <a:off x="1222625" y="6357778"/>
              <a:ext cx="36033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C2225375-1AA0-F6C4-60E7-4B2D42B13A1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2625" y="6267778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E546DBA8-D6A7-EFAB-2396-01C325E4E4CC}"/>
              </a:ext>
            </a:extLst>
          </p:cNvPr>
          <p:cNvGrpSpPr>
            <a:grpSpLocks noChangeAspect="1"/>
          </p:cNvGrpSpPr>
          <p:nvPr/>
        </p:nvGrpSpPr>
        <p:grpSpPr>
          <a:xfrm flipH="1">
            <a:off x="10566389" y="3463531"/>
            <a:ext cx="540335" cy="180000"/>
            <a:chOff x="1042625" y="6267778"/>
            <a:chExt cx="540335" cy="180000"/>
          </a:xfrm>
        </p:grpSpPr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3D0603C6-ADA0-4915-A699-7AE27BEDF696}"/>
                </a:ext>
              </a:extLst>
            </p:cNvPr>
            <p:cNvCxnSpPr>
              <a:cxnSpLocks/>
            </p:cNvCxnSpPr>
            <p:nvPr/>
          </p:nvCxnSpPr>
          <p:spPr>
            <a:xfrm>
              <a:off x="1222625" y="6357778"/>
              <a:ext cx="36033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1D7488B7-5AAB-438A-924E-A2164BDB1B2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2625" y="6267778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29" name="Rectangle 128">
            <a:extLst>
              <a:ext uri="{FF2B5EF4-FFF2-40B4-BE49-F238E27FC236}">
                <a16:creationId xmlns:a16="http://schemas.microsoft.com/office/drawing/2014/main" id="{F791821C-2F19-3680-F1A8-892E51E25219}"/>
              </a:ext>
            </a:extLst>
          </p:cNvPr>
          <p:cNvSpPr/>
          <p:nvPr/>
        </p:nvSpPr>
        <p:spPr>
          <a:xfrm>
            <a:off x="11106724" y="3238534"/>
            <a:ext cx="977120" cy="1799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1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date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4198ACEA-66D6-FFD5-3EB1-C077836224EA}"/>
              </a:ext>
            </a:extLst>
          </p:cNvPr>
          <p:cNvSpPr/>
          <p:nvPr/>
        </p:nvSpPr>
        <p:spPr>
          <a:xfrm>
            <a:off x="11106724" y="3458251"/>
            <a:ext cx="977120" cy="1799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1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type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685FF9EF-63DA-F48B-04FC-E865CBE30993}"/>
              </a:ext>
            </a:extLst>
          </p:cNvPr>
          <p:cNvSpPr/>
          <p:nvPr/>
        </p:nvSpPr>
        <p:spPr>
          <a:xfrm>
            <a:off x="11106724" y="3677968"/>
            <a:ext cx="1185667" cy="1799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1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length</a:t>
            </a: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B8A3B1E1-E1D7-7C2E-59B0-14B0A4A3B57E}"/>
              </a:ext>
            </a:extLst>
          </p:cNvPr>
          <p:cNvGrpSpPr>
            <a:grpSpLocks noChangeAspect="1"/>
          </p:cNvGrpSpPr>
          <p:nvPr/>
        </p:nvGrpSpPr>
        <p:grpSpPr>
          <a:xfrm flipH="1">
            <a:off x="10573686" y="2973741"/>
            <a:ext cx="540335" cy="180000"/>
            <a:chOff x="1042625" y="478912"/>
            <a:chExt cx="540335" cy="180000"/>
          </a:xfrm>
        </p:grpSpPr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B78FDD89-8FF2-BBAF-FE85-DE0A25EA321F}"/>
                </a:ext>
              </a:extLst>
            </p:cNvPr>
            <p:cNvCxnSpPr>
              <a:cxnSpLocks/>
            </p:cNvCxnSpPr>
            <p:nvPr/>
          </p:nvCxnSpPr>
          <p:spPr>
            <a:xfrm>
              <a:off x="1222625" y="568912"/>
              <a:ext cx="36033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0ACC2FB3-4CA5-B961-26A8-D938EBE5C2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2625" y="478912"/>
              <a:ext cx="180000" cy="180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35" name="Rectangle 134">
            <a:extLst>
              <a:ext uri="{FF2B5EF4-FFF2-40B4-BE49-F238E27FC236}">
                <a16:creationId xmlns:a16="http://schemas.microsoft.com/office/drawing/2014/main" id="{037EF8A6-6749-5C40-C1F9-6A134311BEEA}"/>
              </a:ext>
            </a:extLst>
          </p:cNvPr>
          <p:cNvSpPr/>
          <p:nvPr/>
        </p:nvSpPr>
        <p:spPr>
          <a:xfrm>
            <a:off x="11106724" y="2973741"/>
            <a:ext cx="977120" cy="1799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1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stage number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1ACECB7E-3CCF-B3B4-3D94-7172455D4731}"/>
              </a:ext>
            </a:extLst>
          </p:cNvPr>
          <p:cNvGrpSpPr/>
          <p:nvPr/>
        </p:nvGrpSpPr>
        <p:grpSpPr>
          <a:xfrm>
            <a:off x="9979040" y="4344091"/>
            <a:ext cx="1800000" cy="900000"/>
            <a:chOff x="3074504" y="1020417"/>
            <a:chExt cx="1260000" cy="468000"/>
          </a:xfrm>
        </p:grpSpPr>
        <p:sp>
          <p:nvSpPr>
            <p:cNvPr id="137" name="Diamond 136">
              <a:extLst>
                <a:ext uri="{FF2B5EF4-FFF2-40B4-BE49-F238E27FC236}">
                  <a16:creationId xmlns:a16="http://schemas.microsoft.com/office/drawing/2014/main" id="{94E4876B-ABCB-60D0-236B-B76CCE9E0CC2}"/>
                </a:ext>
              </a:extLst>
            </p:cNvPr>
            <p:cNvSpPr/>
            <p:nvPr/>
          </p:nvSpPr>
          <p:spPr>
            <a:xfrm>
              <a:off x="3074504" y="1020417"/>
              <a:ext cx="1260000" cy="468000"/>
            </a:xfrm>
            <a:prstGeom prst="diamond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sz="1600">
                <a:latin typeface="Arial Narrow" panose="020B0606020202030204" pitchFamily="34" charset="0"/>
              </a:endParaRPr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FC49A956-ABCB-60C6-2E4A-C19A7E55F208}"/>
                </a:ext>
              </a:extLst>
            </p:cNvPr>
            <p:cNvSpPr txBox="1"/>
            <p:nvPr/>
          </p:nvSpPr>
          <p:spPr>
            <a:xfrm>
              <a:off x="3522078" y="1163645"/>
              <a:ext cx="364908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End</a:t>
              </a:r>
              <a:endParaRPr lang="en-SG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937D86FB-FC15-24BF-7395-34A34C7D2B23}"/>
              </a:ext>
            </a:extLst>
          </p:cNvPr>
          <p:cNvGrpSpPr/>
          <p:nvPr/>
        </p:nvGrpSpPr>
        <p:grpSpPr>
          <a:xfrm>
            <a:off x="8129472" y="4344091"/>
            <a:ext cx="1800000" cy="900000"/>
            <a:chOff x="3074504" y="1020417"/>
            <a:chExt cx="1260000" cy="468000"/>
          </a:xfrm>
        </p:grpSpPr>
        <p:sp>
          <p:nvSpPr>
            <p:cNvPr id="140" name="Diamond 139">
              <a:extLst>
                <a:ext uri="{FF2B5EF4-FFF2-40B4-BE49-F238E27FC236}">
                  <a16:creationId xmlns:a16="http://schemas.microsoft.com/office/drawing/2014/main" id="{030530D6-5FAB-5F91-1BFC-D7A094A4BA4F}"/>
                </a:ext>
              </a:extLst>
            </p:cNvPr>
            <p:cNvSpPr/>
            <p:nvPr/>
          </p:nvSpPr>
          <p:spPr>
            <a:xfrm>
              <a:off x="3074504" y="1020417"/>
              <a:ext cx="1260000" cy="468000"/>
            </a:xfrm>
            <a:prstGeom prst="diamond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sz="1600">
                <a:latin typeface="Arial Narrow" panose="020B0606020202030204" pitchFamily="34" charset="0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BD7ECA80-8B80-0621-AFB6-FA79DF4ADCDC}"/>
                </a:ext>
              </a:extLst>
            </p:cNvPr>
            <p:cNvSpPr txBox="1"/>
            <p:nvPr/>
          </p:nvSpPr>
          <p:spPr>
            <a:xfrm>
              <a:off x="3443531" y="1163645"/>
              <a:ext cx="522003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Start</a:t>
              </a:r>
              <a:endParaRPr lang="en-SG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98C904F4-9376-A7B0-54CD-D53AF8A860D4}"/>
              </a:ext>
            </a:extLst>
          </p:cNvPr>
          <p:cNvCxnSpPr>
            <a:cxnSpLocks/>
            <a:stCxn id="140" idx="0"/>
            <a:endCxn id="118" idx="2"/>
          </p:cNvCxnSpPr>
          <p:nvPr/>
        </p:nvCxnSpPr>
        <p:spPr>
          <a:xfrm flipV="1">
            <a:off x="9029472" y="3879000"/>
            <a:ext cx="916818" cy="4650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2FB3E2D0-E5B9-816B-16B6-0EE41C0E19A7}"/>
              </a:ext>
            </a:extLst>
          </p:cNvPr>
          <p:cNvCxnSpPr>
            <a:cxnSpLocks/>
            <a:stCxn id="137" idx="0"/>
            <a:endCxn id="118" idx="2"/>
          </p:cNvCxnSpPr>
          <p:nvPr/>
        </p:nvCxnSpPr>
        <p:spPr>
          <a:xfrm flipH="1" flipV="1">
            <a:off x="9946290" y="3879000"/>
            <a:ext cx="932750" cy="4650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15D19BB9-3992-0565-35B2-3D852925920E}"/>
              </a:ext>
            </a:extLst>
          </p:cNvPr>
          <p:cNvCxnSpPr>
            <a:cxnSpLocks/>
            <a:stCxn id="91" idx="0"/>
            <a:endCxn id="140" idx="2"/>
          </p:cNvCxnSpPr>
          <p:nvPr/>
        </p:nvCxnSpPr>
        <p:spPr>
          <a:xfrm flipH="1" flipV="1">
            <a:off x="9029472" y="5244091"/>
            <a:ext cx="916818" cy="3997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07D5BC04-AFE5-80B1-0CDE-23F25F61B295}"/>
              </a:ext>
            </a:extLst>
          </p:cNvPr>
          <p:cNvCxnSpPr>
            <a:cxnSpLocks/>
            <a:stCxn id="91" idx="0"/>
            <a:endCxn id="137" idx="2"/>
          </p:cNvCxnSpPr>
          <p:nvPr/>
        </p:nvCxnSpPr>
        <p:spPr>
          <a:xfrm flipV="1">
            <a:off x="9946290" y="5244091"/>
            <a:ext cx="932750" cy="3997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AA122EFD-7FE7-8CF5-E8EF-AC616AE8F305}"/>
              </a:ext>
            </a:extLst>
          </p:cNvPr>
          <p:cNvSpPr txBox="1"/>
          <p:nvPr/>
        </p:nvSpPr>
        <p:spPr>
          <a:xfrm>
            <a:off x="9070548" y="3895002"/>
            <a:ext cx="569387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SG" sz="1100" dirty="0">
                <a:latin typeface="Consolas" panose="020B0609020204030204" pitchFamily="49" charset="0"/>
                <a:cs typeface="Consolas" panose="020B0609020204030204" pitchFamily="49" charset="0"/>
              </a:rPr>
              <a:t>(1,1)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F5B41BA-5632-9C7A-C804-A5C39CE31797}"/>
              </a:ext>
            </a:extLst>
          </p:cNvPr>
          <p:cNvSpPr txBox="1"/>
          <p:nvPr/>
        </p:nvSpPr>
        <p:spPr>
          <a:xfrm>
            <a:off x="4600065" y="2732653"/>
            <a:ext cx="56938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SG" sz="1100" dirty="0">
                <a:latin typeface="Consolas" panose="020B0609020204030204" pitchFamily="49" charset="0"/>
                <a:cs typeface="Consolas" panose="020B0609020204030204" pitchFamily="49" charset="0"/>
              </a:rPr>
              <a:t>(1,1)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377B0B29-F9F7-A402-BD5A-F4E6244E1D37}"/>
              </a:ext>
            </a:extLst>
          </p:cNvPr>
          <p:cNvSpPr txBox="1"/>
          <p:nvPr/>
        </p:nvSpPr>
        <p:spPr>
          <a:xfrm>
            <a:off x="9070547" y="5389087"/>
            <a:ext cx="56938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SG" sz="1100" dirty="0">
                <a:latin typeface="Consolas" panose="020B0609020204030204" pitchFamily="49" charset="0"/>
                <a:cs typeface="Consolas" panose="020B0609020204030204" pitchFamily="49" charset="0"/>
              </a:rPr>
              <a:t>(0,n)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6AF83A1-5105-8A21-A6BE-FAC90F4A2A8C}"/>
              </a:ext>
            </a:extLst>
          </p:cNvPr>
          <p:cNvSpPr txBox="1"/>
          <p:nvPr/>
        </p:nvSpPr>
        <p:spPr>
          <a:xfrm>
            <a:off x="10272058" y="5389087"/>
            <a:ext cx="569387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SG" sz="1100" dirty="0">
                <a:latin typeface="Consolas" panose="020B0609020204030204" pitchFamily="49" charset="0"/>
                <a:cs typeface="Consolas" panose="020B0609020204030204" pitchFamily="49" charset="0"/>
              </a:rPr>
              <a:t>(0,n)</a:t>
            </a:r>
          </a:p>
        </p:txBody>
      </p: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AE2E77AA-DADC-698C-7F9F-104A69260E9F}"/>
              </a:ext>
            </a:extLst>
          </p:cNvPr>
          <p:cNvGrpSpPr/>
          <p:nvPr/>
        </p:nvGrpSpPr>
        <p:grpSpPr>
          <a:xfrm>
            <a:off x="6656556" y="1658905"/>
            <a:ext cx="1800000" cy="900000"/>
            <a:chOff x="3074504" y="1020417"/>
            <a:chExt cx="1260000" cy="468000"/>
          </a:xfrm>
        </p:grpSpPr>
        <p:sp>
          <p:nvSpPr>
            <p:cNvPr id="162" name="Diamond 161">
              <a:extLst>
                <a:ext uri="{FF2B5EF4-FFF2-40B4-BE49-F238E27FC236}">
                  <a16:creationId xmlns:a16="http://schemas.microsoft.com/office/drawing/2014/main" id="{3205C12E-5A08-A7DA-B3DE-E5EF0147D4E3}"/>
                </a:ext>
              </a:extLst>
            </p:cNvPr>
            <p:cNvSpPr/>
            <p:nvPr/>
          </p:nvSpPr>
          <p:spPr>
            <a:xfrm>
              <a:off x="3074504" y="1020417"/>
              <a:ext cx="1260000" cy="468000"/>
            </a:xfrm>
            <a:prstGeom prst="diamond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sz="1600">
                <a:latin typeface="Arial Narrow" panose="020B0606020202030204" pitchFamily="34" charset="0"/>
              </a:endParaRP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C7BDA982-A3A7-9045-B432-9849A51969BB}"/>
                </a:ext>
              </a:extLst>
            </p:cNvPr>
            <p:cNvSpPr txBox="1"/>
            <p:nvPr/>
          </p:nvSpPr>
          <p:spPr>
            <a:xfrm>
              <a:off x="3404266" y="1163645"/>
              <a:ext cx="600549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Result</a:t>
              </a:r>
              <a:endParaRPr lang="en-SG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439364D5-9096-B03E-83BE-110F899D305F}"/>
              </a:ext>
            </a:extLst>
          </p:cNvPr>
          <p:cNvGrpSpPr/>
          <p:nvPr/>
        </p:nvGrpSpPr>
        <p:grpSpPr>
          <a:xfrm>
            <a:off x="6656556" y="2979000"/>
            <a:ext cx="1800000" cy="900000"/>
            <a:chOff x="3074504" y="1020417"/>
            <a:chExt cx="1260000" cy="468000"/>
          </a:xfrm>
        </p:grpSpPr>
        <p:sp>
          <p:nvSpPr>
            <p:cNvPr id="165" name="Diamond 164">
              <a:extLst>
                <a:ext uri="{FF2B5EF4-FFF2-40B4-BE49-F238E27FC236}">
                  <a16:creationId xmlns:a16="http://schemas.microsoft.com/office/drawing/2014/main" id="{3F31A6F5-B38F-F18F-518F-960010219616}"/>
                </a:ext>
              </a:extLst>
            </p:cNvPr>
            <p:cNvSpPr/>
            <p:nvPr/>
          </p:nvSpPr>
          <p:spPr>
            <a:xfrm>
              <a:off x="3074504" y="1020417"/>
              <a:ext cx="1260000" cy="468000"/>
            </a:xfrm>
            <a:prstGeom prst="diamond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sz="1600">
                <a:latin typeface="Arial Narrow" panose="020B0606020202030204" pitchFamily="34" charset="0"/>
              </a:endParaRP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801A36F8-23C2-DE5D-DCCF-56BF5BF332A4}"/>
                </a:ext>
              </a:extLst>
            </p:cNvPr>
            <p:cNvSpPr txBox="1"/>
            <p:nvPr/>
          </p:nvSpPr>
          <p:spPr>
            <a:xfrm>
              <a:off x="3482809" y="1163645"/>
              <a:ext cx="443455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Exit</a:t>
              </a:r>
              <a:endParaRPr lang="en-SG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cxnSp>
        <p:nvCxnSpPr>
          <p:cNvPr id="167" name="Straight Connector 57">
            <a:extLst>
              <a:ext uri="{FF2B5EF4-FFF2-40B4-BE49-F238E27FC236}">
                <a16:creationId xmlns:a16="http://schemas.microsoft.com/office/drawing/2014/main" id="{1546BD97-8167-F608-47EA-9BB96C02B2C0}"/>
              </a:ext>
            </a:extLst>
          </p:cNvPr>
          <p:cNvCxnSpPr>
            <a:cxnSpLocks/>
            <a:stCxn id="46" idx="3"/>
            <a:endCxn id="165" idx="1"/>
          </p:cNvCxnSpPr>
          <p:nvPr/>
        </p:nvCxnSpPr>
        <p:spPr>
          <a:xfrm>
            <a:off x="5742502" y="3429000"/>
            <a:ext cx="914054" cy="0"/>
          </a:xfrm>
          <a:prstGeom prst="straightConnector1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57">
            <a:extLst>
              <a:ext uri="{FF2B5EF4-FFF2-40B4-BE49-F238E27FC236}">
                <a16:creationId xmlns:a16="http://schemas.microsoft.com/office/drawing/2014/main" id="{4734278E-64ED-5441-AFF6-58E6CAEBC986}"/>
              </a:ext>
            </a:extLst>
          </p:cNvPr>
          <p:cNvCxnSpPr>
            <a:cxnSpLocks/>
            <a:stCxn id="165" idx="3"/>
            <a:endCxn id="118" idx="1"/>
          </p:cNvCxnSpPr>
          <p:nvPr/>
        </p:nvCxnSpPr>
        <p:spPr>
          <a:xfrm>
            <a:off x="8456556" y="3429000"/>
            <a:ext cx="859734" cy="0"/>
          </a:xfrm>
          <a:prstGeom prst="straightConnector1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57">
            <a:extLst>
              <a:ext uri="{FF2B5EF4-FFF2-40B4-BE49-F238E27FC236}">
                <a16:creationId xmlns:a16="http://schemas.microsoft.com/office/drawing/2014/main" id="{9ED1B14C-4179-D92C-D46F-CE3F9BB1A105}"/>
              </a:ext>
            </a:extLst>
          </p:cNvPr>
          <p:cNvCxnSpPr>
            <a:cxnSpLocks/>
            <a:endCxn id="162" idx="1"/>
          </p:cNvCxnSpPr>
          <p:nvPr/>
        </p:nvCxnSpPr>
        <p:spPr>
          <a:xfrm flipV="1">
            <a:off x="5742502" y="2108905"/>
            <a:ext cx="914054" cy="864836"/>
          </a:xfrm>
          <a:prstGeom prst="straightConnector1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Connector 57">
            <a:extLst>
              <a:ext uri="{FF2B5EF4-FFF2-40B4-BE49-F238E27FC236}">
                <a16:creationId xmlns:a16="http://schemas.microsoft.com/office/drawing/2014/main" id="{61D3DD20-92F0-388B-0267-7B68A6E59E32}"/>
              </a:ext>
            </a:extLst>
          </p:cNvPr>
          <p:cNvCxnSpPr>
            <a:cxnSpLocks/>
            <a:endCxn id="162" idx="3"/>
          </p:cNvCxnSpPr>
          <p:nvPr/>
        </p:nvCxnSpPr>
        <p:spPr>
          <a:xfrm flipH="1" flipV="1">
            <a:off x="8456556" y="2108905"/>
            <a:ext cx="859734" cy="879676"/>
          </a:xfrm>
          <a:prstGeom prst="straightConnector1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CFDE8E85-8259-94D4-249A-E0F96F6F61E5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7283985" y="4073530"/>
            <a:ext cx="540335" cy="180000"/>
            <a:chOff x="1042625" y="6267778"/>
            <a:chExt cx="540335" cy="180000"/>
          </a:xfrm>
        </p:grpSpPr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5CAF2992-B473-5897-8849-E6522A557308}"/>
                </a:ext>
              </a:extLst>
            </p:cNvPr>
            <p:cNvCxnSpPr>
              <a:cxnSpLocks/>
            </p:cNvCxnSpPr>
            <p:nvPr/>
          </p:nvCxnSpPr>
          <p:spPr>
            <a:xfrm>
              <a:off x="1222625" y="6357778"/>
              <a:ext cx="36033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5" name="Oval 184">
              <a:extLst>
                <a:ext uri="{FF2B5EF4-FFF2-40B4-BE49-F238E27FC236}">
                  <a16:creationId xmlns:a16="http://schemas.microsoft.com/office/drawing/2014/main" id="{DA43E8F8-B0B1-57C4-0562-B64029C740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2625" y="6267778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86" name="Rectangle 185">
            <a:extLst>
              <a:ext uri="{FF2B5EF4-FFF2-40B4-BE49-F238E27FC236}">
                <a16:creationId xmlns:a16="http://schemas.microsoft.com/office/drawing/2014/main" id="{45E94AD7-25A3-7D98-63EA-9E42EBAD7982}"/>
              </a:ext>
            </a:extLst>
          </p:cNvPr>
          <p:cNvSpPr/>
          <p:nvPr/>
        </p:nvSpPr>
        <p:spPr>
          <a:xfrm>
            <a:off x="7068021" y="4446735"/>
            <a:ext cx="977120" cy="1799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reason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370DD7E5-ADB9-D20D-AFB1-E41C74136618}"/>
              </a:ext>
            </a:extLst>
          </p:cNvPr>
          <p:cNvSpPr txBox="1"/>
          <p:nvPr/>
        </p:nvSpPr>
        <p:spPr>
          <a:xfrm>
            <a:off x="5742502" y="3422087"/>
            <a:ext cx="569387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SG" sz="1100" dirty="0">
                <a:latin typeface="Consolas" panose="020B0609020204030204" pitchFamily="49" charset="0"/>
                <a:cs typeface="Consolas" panose="020B0609020204030204" pitchFamily="49" charset="0"/>
              </a:rPr>
              <a:t>(0,1)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B39F0CF9-7BF1-4B00-8CD9-838ABF6F2567}"/>
              </a:ext>
            </a:extLst>
          </p:cNvPr>
          <p:cNvSpPr txBox="1"/>
          <p:nvPr/>
        </p:nvSpPr>
        <p:spPr>
          <a:xfrm>
            <a:off x="8744778" y="3422087"/>
            <a:ext cx="569387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SG" sz="1100" dirty="0">
                <a:latin typeface="Consolas" panose="020B0609020204030204" pitchFamily="49" charset="0"/>
                <a:cs typeface="Consolas" panose="020B0609020204030204" pitchFamily="49" charset="0"/>
              </a:rPr>
              <a:t>(0,n)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5BF231A3-9A2F-1FDE-3D44-FAB300889472}"/>
              </a:ext>
            </a:extLst>
          </p:cNvPr>
          <p:cNvSpPr txBox="1"/>
          <p:nvPr/>
        </p:nvSpPr>
        <p:spPr>
          <a:xfrm>
            <a:off x="5742501" y="2810125"/>
            <a:ext cx="569387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SG" sz="1100" dirty="0">
                <a:latin typeface="Consolas" panose="020B0609020204030204" pitchFamily="49" charset="0"/>
                <a:cs typeface="Consolas" panose="020B0609020204030204" pitchFamily="49" charset="0"/>
              </a:rPr>
              <a:t>(0,n)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2E1B7085-BCFA-C272-136A-F5635AB295A5}"/>
              </a:ext>
            </a:extLst>
          </p:cNvPr>
          <p:cNvSpPr txBox="1"/>
          <p:nvPr/>
        </p:nvSpPr>
        <p:spPr>
          <a:xfrm>
            <a:off x="8744778" y="2816375"/>
            <a:ext cx="569387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SG" sz="1100" dirty="0">
                <a:latin typeface="Consolas" panose="020B0609020204030204" pitchFamily="49" charset="0"/>
                <a:cs typeface="Consolas" panose="020B0609020204030204" pitchFamily="49" charset="0"/>
              </a:rPr>
              <a:t>(0,n)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1AE944A5-C12D-B02B-D060-848C179A2A76}"/>
              </a:ext>
            </a:extLst>
          </p:cNvPr>
          <p:cNvSpPr/>
          <p:nvPr/>
        </p:nvSpPr>
        <p:spPr>
          <a:xfrm rot="3733219">
            <a:off x="5959244" y="1043109"/>
            <a:ext cx="977120" cy="1799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11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adjusted time</a:t>
            </a:r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DE34518D-8A65-EC3D-B04A-06FA350520A5}"/>
              </a:ext>
            </a:extLst>
          </p:cNvPr>
          <p:cNvSpPr/>
          <p:nvPr/>
        </p:nvSpPr>
        <p:spPr>
          <a:xfrm rot="3729631">
            <a:off x="6342816" y="820023"/>
            <a:ext cx="977120" cy="1799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11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bonus</a:t>
            </a:r>
          </a:p>
        </p:txBody>
      </p: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065F9D8E-D759-0FEB-E67C-07A79B53712A}"/>
              </a:ext>
            </a:extLst>
          </p:cNvPr>
          <p:cNvGrpSpPr>
            <a:grpSpLocks noChangeAspect="1"/>
          </p:cNvGrpSpPr>
          <p:nvPr/>
        </p:nvGrpSpPr>
        <p:grpSpPr>
          <a:xfrm rot="7220137">
            <a:off x="7566812" y="1406415"/>
            <a:ext cx="540335" cy="180000"/>
            <a:chOff x="1042625" y="6267778"/>
            <a:chExt cx="540335" cy="180000"/>
          </a:xfrm>
        </p:grpSpPr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3D63B7A3-5091-F505-2303-393B5A76986C}"/>
                </a:ext>
              </a:extLst>
            </p:cNvPr>
            <p:cNvCxnSpPr>
              <a:cxnSpLocks/>
            </p:cNvCxnSpPr>
            <p:nvPr/>
          </p:nvCxnSpPr>
          <p:spPr>
            <a:xfrm>
              <a:off x="1222625" y="6357778"/>
              <a:ext cx="36033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7" name="Oval 206">
              <a:extLst>
                <a:ext uri="{FF2B5EF4-FFF2-40B4-BE49-F238E27FC236}">
                  <a16:creationId xmlns:a16="http://schemas.microsoft.com/office/drawing/2014/main" id="{75DA6FA1-46BC-F104-8BDA-7702A25278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2625" y="6267778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E9D29E06-CA94-FC2F-CE6B-D426F44ED53D}"/>
              </a:ext>
            </a:extLst>
          </p:cNvPr>
          <p:cNvGrpSpPr>
            <a:grpSpLocks noChangeAspect="1"/>
          </p:cNvGrpSpPr>
          <p:nvPr/>
        </p:nvGrpSpPr>
        <p:grpSpPr>
          <a:xfrm rot="7220137">
            <a:off x="7817283" y="1534496"/>
            <a:ext cx="540335" cy="180000"/>
            <a:chOff x="1042625" y="6267778"/>
            <a:chExt cx="540335" cy="180000"/>
          </a:xfrm>
        </p:grpSpPr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49EA287D-7A9C-6BE8-D435-E288AEDF3D77}"/>
                </a:ext>
              </a:extLst>
            </p:cNvPr>
            <p:cNvCxnSpPr>
              <a:cxnSpLocks/>
            </p:cNvCxnSpPr>
            <p:nvPr/>
          </p:nvCxnSpPr>
          <p:spPr>
            <a:xfrm>
              <a:off x="1222625" y="6357778"/>
              <a:ext cx="36033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Oval 209">
              <a:extLst>
                <a:ext uri="{FF2B5EF4-FFF2-40B4-BE49-F238E27FC236}">
                  <a16:creationId xmlns:a16="http://schemas.microsoft.com/office/drawing/2014/main" id="{127CD50E-4463-FA72-397A-AF51CF500C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2625" y="6267778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324D4287-1062-6BDE-5F04-2B607AB15793}"/>
              </a:ext>
            </a:extLst>
          </p:cNvPr>
          <p:cNvGrpSpPr>
            <a:grpSpLocks noChangeAspect="1"/>
          </p:cNvGrpSpPr>
          <p:nvPr/>
        </p:nvGrpSpPr>
        <p:grpSpPr>
          <a:xfrm rot="3775149">
            <a:off x="6896524" y="1459343"/>
            <a:ext cx="540335" cy="180000"/>
            <a:chOff x="1042625" y="6267778"/>
            <a:chExt cx="540335" cy="180000"/>
          </a:xfrm>
        </p:grpSpPr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048EB2A4-8B38-C8A1-D2AE-2287724EA5B0}"/>
                </a:ext>
              </a:extLst>
            </p:cNvPr>
            <p:cNvCxnSpPr>
              <a:cxnSpLocks/>
            </p:cNvCxnSpPr>
            <p:nvPr/>
          </p:nvCxnSpPr>
          <p:spPr>
            <a:xfrm>
              <a:off x="1222625" y="6357778"/>
              <a:ext cx="360335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3" name="Oval 212">
              <a:extLst>
                <a:ext uri="{FF2B5EF4-FFF2-40B4-BE49-F238E27FC236}">
                  <a16:creationId xmlns:a16="http://schemas.microsoft.com/office/drawing/2014/main" id="{6CE8D962-B197-C178-7B3A-8BE14DB5E4E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2625" y="6267778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80017460-5315-BA41-3978-CE5587019DDE}"/>
              </a:ext>
            </a:extLst>
          </p:cNvPr>
          <p:cNvGrpSpPr>
            <a:grpSpLocks noChangeAspect="1"/>
          </p:cNvGrpSpPr>
          <p:nvPr/>
        </p:nvGrpSpPr>
        <p:grpSpPr>
          <a:xfrm rot="3775149">
            <a:off x="6505439" y="1675382"/>
            <a:ext cx="540335" cy="180000"/>
            <a:chOff x="1042625" y="6267778"/>
            <a:chExt cx="540335" cy="180000"/>
          </a:xfrm>
        </p:grpSpPr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BDC1F62E-18C6-6BFF-7CDE-E34E7424F333}"/>
                </a:ext>
              </a:extLst>
            </p:cNvPr>
            <p:cNvCxnSpPr>
              <a:cxnSpLocks/>
            </p:cNvCxnSpPr>
            <p:nvPr/>
          </p:nvCxnSpPr>
          <p:spPr>
            <a:xfrm>
              <a:off x="1222625" y="6357778"/>
              <a:ext cx="360335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7" name="Oval 216">
              <a:extLst>
                <a:ext uri="{FF2B5EF4-FFF2-40B4-BE49-F238E27FC236}">
                  <a16:creationId xmlns:a16="http://schemas.microsoft.com/office/drawing/2014/main" id="{CC5FE642-9B41-1C24-40DB-98E6657C1A8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2625" y="6267778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18" name="Rectangle 217">
            <a:extLst>
              <a:ext uri="{FF2B5EF4-FFF2-40B4-BE49-F238E27FC236}">
                <a16:creationId xmlns:a16="http://schemas.microsoft.com/office/drawing/2014/main" id="{455CE35F-C35A-473F-1444-2EC5C5607C80}"/>
              </a:ext>
            </a:extLst>
          </p:cNvPr>
          <p:cNvSpPr/>
          <p:nvPr/>
        </p:nvSpPr>
        <p:spPr>
          <a:xfrm rot="17775086">
            <a:off x="7681573" y="770131"/>
            <a:ext cx="977120" cy="1799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1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total time</a:t>
            </a:r>
          </a:p>
        </p:txBody>
      </p: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45EDE210-D364-DA33-7E68-62FD699B9603}"/>
              </a:ext>
            </a:extLst>
          </p:cNvPr>
          <p:cNvGrpSpPr>
            <a:grpSpLocks noChangeAspect="1"/>
          </p:cNvGrpSpPr>
          <p:nvPr/>
        </p:nvGrpSpPr>
        <p:grpSpPr>
          <a:xfrm rot="7220137">
            <a:off x="8091472" y="1674471"/>
            <a:ext cx="540335" cy="180000"/>
            <a:chOff x="1042625" y="6267778"/>
            <a:chExt cx="540335" cy="180000"/>
          </a:xfrm>
        </p:grpSpPr>
        <p:cxnSp>
          <p:nvCxnSpPr>
            <p:cNvPr id="220" name="Straight Connector 219">
              <a:extLst>
                <a:ext uri="{FF2B5EF4-FFF2-40B4-BE49-F238E27FC236}">
                  <a16:creationId xmlns:a16="http://schemas.microsoft.com/office/drawing/2014/main" id="{47DBAF57-87E2-603A-FC81-A491926C5F97}"/>
                </a:ext>
              </a:extLst>
            </p:cNvPr>
            <p:cNvCxnSpPr>
              <a:cxnSpLocks/>
            </p:cNvCxnSpPr>
            <p:nvPr/>
          </p:nvCxnSpPr>
          <p:spPr>
            <a:xfrm>
              <a:off x="1222625" y="6357778"/>
              <a:ext cx="36033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1" name="Oval 220">
              <a:extLst>
                <a:ext uri="{FF2B5EF4-FFF2-40B4-BE49-F238E27FC236}">
                  <a16:creationId xmlns:a16="http://schemas.microsoft.com/office/drawing/2014/main" id="{6D9C6D80-86E0-20BD-92A4-E874519C57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2625" y="6267778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22" name="Rectangle 221">
            <a:extLst>
              <a:ext uri="{FF2B5EF4-FFF2-40B4-BE49-F238E27FC236}">
                <a16:creationId xmlns:a16="http://schemas.microsoft.com/office/drawing/2014/main" id="{37980645-139C-8CAD-AFAE-83B668A22415}"/>
              </a:ext>
            </a:extLst>
          </p:cNvPr>
          <p:cNvSpPr/>
          <p:nvPr/>
        </p:nvSpPr>
        <p:spPr>
          <a:xfrm rot="17775086">
            <a:off x="7955762" y="867783"/>
            <a:ext cx="977120" cy="1799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1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rank</a:t>
            </a:r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E0B2124F-53C0-3B0F-4D94-B26CC4DC0521}"/>
              </a:ext>
            </a:extLst>
          </p:cNvPr>
          <p:cNvSpPr/>
          <p:nvPr/>
        </p:nvSpPr>
        <p:spPr>
          <a:xfrm rot="17775086">
            <a:off x="8192245" y="1028548"/>
            <a:ext cx="977120" cy="1799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1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penalty</a:t>
            </a:r>
          </a:p>
        </p:txBody>
      </p:sp>
    </p:spTree>
    <p:extLst>
      <p:ext uri="{BB962C8B-B14F-4D97-AF65-F5344CB8AC3E}">
        <p14:creationId xmlns:p14="http://schemas.microsoft.com/office/powerpoint/2010/main" val="22602774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6B00701839A694C99426BB45CC69360" ma:contentTypeVersion="11" ma:contentTypeDescription="Create a new document." ma:contentTypeScope="" ma:versionID="d1659c6412ddb937be45051f5b05946a">
  <xsd:schema xmlns:xsd="http://www.w3.org/2001/XMLSchema" xmlns:xs="http://www.w3.org/2001/XMLSchema" xmlns:p="http://schemas.microsoft.com/office/2006/metadata/properties" xmlns:ns3="b60769e2-796d-4bcb-9a3b-3cbc09cb3c87" targetNamespace="http://schemas.microsoft.com/office/2006/metadata/properties" ma:root="true" ma:fieldsID="3e647e19b5ee986f9d15bed10aaf92fb" ns3:_="">
    <xsd:import namespace="b60769e2-796d-4bcb-9a3b-3cbc09cb3c87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60769e2-796d-4bcb-9a3b-3cbc09cb3c8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05B03EB-25A9-4B3C-99F3-21C868E21A6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7E2B291-C34A-49EA-A6D7-8BB04F1119FD}">
  <ds:schemaRefs>
    <ds:schemaRef ds:uri="http://purl.org/dc/dcmitype/"/>
    <ds:schemaRef ds:uri="http://purl.org/dc/elements/1.1/"/>
    <ds:schemaRef ds:uri="http://schemas.openxmlformats.org/package/2006/metadata/core-properties"/>
    <ds:schemaRef ds:uri="http://schemas.microsoft.com/office/2006/metadata/properties"/>
    <ds:schemaRef ds:uri="http://purl.org/dc/terms/"/>
    <ds:schemaRef ds:uri="http://schemas.microsoft.com/office/2006/documentManagement/types"/>
    <ds:schemaRef ds:uri="http://schemas.microsoft.com/office/infopath/2007/PartnerControls"/>
    <ds:schemaRef ds:uri="b60769e2-796d-4bcb-9a3b-3cbc09cb3c87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2ECA17C5-D02C-4687-8344-6503FA2A2B1C}">
  <ds:schemaRefs>
    <ds:schemaRef ds:uri="b60769e2-796d-4bcb-9a3b-3cbc09cb3c8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4178</TotalTime>
  <Words>222</Words>
  <Application>Microsoft Macintosh PowerPoint</Application>
  <PresentationFormat>Widescreen</PresentationFormat>
  <Paragraphs>108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Arial Narrow</vt:lpstr>
      <vt:lpstr>Calibri</vt:lpstr>
      <vt:lpstr>Calibri Light</vt:lpstr>
      <vt:lpstr>Consolas</vt:lpstr>
      <vt:lpstr>Office Theme</vt:lpstr>
      <vt:lpstr>Entity-Relationship Diagram</vt:lpstr>
      <vt:lpstr>Attributes</vt:lpstr>
      <vt:lpstr>Constructs (with some participation)</vt:lpstr>
      <vt:lpstr>Examples</vt:lpstr>
      <vt:lpstr>PowerPoint Presentation</vt:lpstr>
      <vt:lpstr>PowerPoint Presentation</vt:lpstr>
    </vt:vector>
  </TitlesOfParts>
  <Company>National University of Singapore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Adi Yoga Sidi Prabawa</dc:creator>
  <cp:lastModifiedBy>Lee Jun Heng</cp:lastModifiedBy>
  <cp:revision>6</cp:revision>
  <dcterms:created xsi:type="dcterms:W3CDTF">2022-12-28T02:24:31Z</dcterms:created>
  <dcterms:modified xsi:type="dcterms:W3CDTF">2026-02-12T18:39:39Z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0x01010006B00701839A694C99426BB45CC69360</vt:lpwstr>
  </property>
</Properties>
</file>